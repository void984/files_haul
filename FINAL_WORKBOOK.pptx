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07200" cy="9939325"/>
  <p:embeddedFontLs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EECABB-D4E1-4C2E-9777-9F924D079166}">
  <a:tblStyle styleId="{29EECABB-D4E1-4C2E-9777-9F924D079166}" styleName="Table_0">
    <a:wholeTbl>
      <a:tcTxStyle b="off" i="off">
        <a:font>
          <a:latin typeface="Arial"/>
          <a:ea typeface="Arial"/>
          <a:cs typeface="Arial"/>
        </a:font>
        <a:schemeClr val="dk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tcBdr>
      </a:tcStyle>
    </a:band1H>
    <a:band2H>
      <a:tcTxStyle/>
    </a:band2H>
    <a:band1V>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cBdr>
      </a:tcStyle>
    </a:band1V>
    <a:band2V>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tcStyle>
    </a:lastRow>
    <a:seCell>
      <a:tcTxStyle/>
    </a:seCell>
    <a:swCell>
      <a:tcTxStyle/>
    </a:swCell>
    <a:firstRow>
      <a:tcTxStyle b="on" i="off">
        <a:font>
          <a:latin typeface="Arial"/>
          <a:ea typeface="Arial"/>
          <a:cs typeface="Arial"/>
        </a:font>
        <a:schemeClr val="lt1"/>
      </a:tcTxStyle>
      <a:tcStyle>
        <a:fill>
          <a:solidFill>
            <a:schemeClr val="accent5"/>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Lato-regular.fntdata"/><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La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9787" cy="49869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55838" y="0"/>
            <a:ext cx="2949787" cy="49869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951"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440647"/>
            <a:ext cx="2949787" cy="49869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2: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3: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3: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4: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5: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6: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6: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7: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7: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8: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8: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9: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9: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0: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10: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1: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11: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2: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12: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3: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p13: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4: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14: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5: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 name="Google Shape;866;p15: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6: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7" name="Google Shape;877;p16: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7: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3" name="Google Shape;883;p17: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8: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8: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5mins – self </a:t>
            </a:r>
            <a:endParaRPr/>
          </a:p>
        </p:txBody>
      </p:sp>
      <p:sp>
        <p:nvSpPr>
          <p:cNvPr id="898" name="Google Shape;898;p18:notes"/>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9: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19: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lang="en-US"/>
              <a:t>Personal action statement</a:t>
            </a:r>
            <a:endParaRPr/>
          </a:p>
          <a:p>
            <a:pPr indent="0" lvl="0" marL="0" rtl="0" algn="l">
              <a:spcBef>
                <a:spcPts val="0"/>
              </a:spcBef>
              <a:spcAft>
                <a:spcPts val="0"/>
              </a:spcAft>
              <a:buNone/>
            </a:pPr>
            <a:r>
              <a:t/>
            </a:r>
            <a:endParaRPr/>
          </a:p>
        </p:txBody>
      </p:sp>
      <p:sp>
        <p:nvSpPr>
          <p:cNvPr id="911" name="Google Shape;911;p19:notes"/>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20:notes"/>
          <p:cNvSpPr txBox="1"/>
          <p:nvPr>
            <p:ph idx="1" type="body"/>
          </p:nvPr>
        </p:nvSpPr>
        <p:spPr>
          <a:xfrm>
            <a:off x="680720" y="4783307"/>
            <a:ext cx="544576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 name="Google Shape;923;p20:notes"/>
          <p:cNvSpPr/>
          <p:nvPr>
            <p:ph idx="2" type="sldImg"/>
          </p:nvPr>
        </p:nvSpPr>
        <p:spPr>
          <a:xfrm>
            <a:off x="422275" y="1243013"/>
            <a:ext cx="5962650"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 Id="rId3"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 Id="rId3" Type="http://schemas.openxmlformats.org/officeDocument/2006/relationships/image" Target="../media/image4.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 Id="rId3"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g"/><Relationship Id="rId3"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 Id="rId3"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 Id="rId3"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 Id="rId3" Type="http://schemas.openxmlformats.org/officeDocument/2006/relationships/image" Target="../media/image4.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表紙1" showMasterSp="0">
  <p:cSld name="6_表紙1">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0" l="0" r="0" t="0"/>
          <a:stretch/>
        </p:blipFill>
        <p:spPr>
          <a:xfrm>
            <a:off x="0" y="0"/>
            <a:ext cx="9144000" cy="1970532"/>
          </a:xfrm>
          <a:prstGeom prst="rect">
            <a:avLst/>
          </a:prstGeom>
          <a:noFill/>
          <a:ln>
            <a:noFill/>
          </a:ln>
        </p:spPr>
      </p:pic>
      <p:grpSp>
        <p:nvGrpSpPr>
          <p:cNvPr id="22" name="Google Shape;22;p2"/>
          <p:cNvGrpSpPr/>
          <p:nvPr/>
        </p:nvGrpSpPr>
        <p:grpSpPr>
          <a:xfrm>
            <a:off x="7376132" y="4502225"/>
            <a:ext cx="1041921" cy="284869"/>
            <a:chOff x="3687406" y="3241957"/>
            <a:chExt cx="3273892" cy="895106"/>
          </a:xfrm>
        </p:grpSpPr>
        <p:sp>
          <p:nvSpPr>
            <p:cNvPr id="23" name="Google Shape;23;p2"/>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4" name="Google Shape;24;p2"/>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5" name="Google Shape;25;p2"/>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 name="Google Shape;26;p2"/>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 name="Google Shape;27;p2"/>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 name="Google Shape;28;p2"/>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 name="Google Shape;29;p2"/>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0" name="Google Shape;30;p2"/>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 name="Google Shape;31;p2"/>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 name="Google Shape;32;p2"/>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 name="Google Shape;33;p2"/>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4" name="Google Shape;34;p2"/>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 name="Google Shape;35;p2"/>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 name="Google Shape;36;p2"/>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 name="Google Shape;37;p2"/>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 name="Google Shape;38;p2"/>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 name="Google Shape;39;p2"/>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 name="Google Shape;40;p2"/>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 name="Google Shape;41;p2"/>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2" name="Google Shape;42;p2"/>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3" name="Google Shape;43;p2"/>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 name="Google Shape;44;p2"/>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 name="Google Shape;45;p2"/>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 name="Google Shape;46;p2"/>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7" name="Google Shape;47;p2"/>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 name="Google Shape;48;p2"/>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 name="Google Shape;49;p2"/>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 name="Google Shape;50;p2"/>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1" name="Google Shape;51;p2"/>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pic>
        <p:nvPicPr>
          <p:cNvPr id="52" name="Google Shape;52;p2"/>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53" name="Google Shape;53;p2"/>
          <p:cNvGrpSpPr/>
          <p:nvPr/>
        </p:nvGrpSpPr>
        <p:grpSpPr>
          <a:xfrm>
            <a:off x="7298885" y="177800"/>
            <a:ext cx="1674242" cy="416854"/>
            <a:chOff x="7362825" y="177800"/>
            <a:chExt cx="1674242" cy="416854"/>
          </a:xfrm>
        </p:grpSpPr>
        <p:sp>
          <p:nvSpPr>
            <p:cNvPr id="54" name="Google Shape;54;p2"/>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55" name="Google Shape;55;p2"/>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56" name="Google Shape;56;p2"/>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57" name="Google Shape;57;p2"/>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FBAP L&amp;D</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
        <p:nvSpPr>
          <p:cNvPr id="58" name="Google Shape;58;p2"/>
          <p:cNvSpPr txBox="1"/>
          <p:nvPr/>
        </p:nvSpPr>
        <p:spPr>
          <a:xfrm>
            <a:off x="3076699" y="3203790"/>
            <a:ext cx="3096344" cy="6463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Arial"/>
                <a:ea typeface="Arial"/>
                <a:cs typeface="Arial"/>
                <a:sym typeface="Arial"/>
              </a:rPr>
              <a:t>WORKBOOK</a:t>
            </a:r>
            <a:endParaRPr sz="3600">
              <a:solidFill>
                <a:schemeClr val="dk1"/>
              </a:solidFill>
              <a:latin typeface="Arial"/>
              <a:ea typeface="Arial"/>
              <a:cs typeface="Arial"/>
              <a:sym typeface="Arial"/>
            </a:endParaRPr>
          </a:p>
        </p:txBody>
      </p:sp>
      <p:sp>
        <p:nvSpPr>
          <p:cNvPr id="59" name="Google Shape;59;p2"/>
          <p:cNvSpPr txBox="1"/>
          <p:nvPr/>
        </p:nvSpPr>
        <p:spPr>
          <a:xfrm>
            <a:off x="2716659" y="3939902"/>
            <a:ext cx="3816424" cy="31175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とコンテンツ">
  <p:cSld name="9_タイトルとコンテンツ">
    <p:spTree>
      <p:nvGrpSpPr>
        <p:cNvPr id="60" name="Shape 60"/>
        <p:cNvGrpSpPr/>
        <p:nvPr/>
      </p:nvGrpSpPr>
      <p:grpSpPr>
        <a:xfrm>
          <a:off x="0" y="0"/>
          <a:ext cx="0" cy="0"/>
          <a:chOff x="0" y="0"/>
          <a:chExt cx="0" cy="0"/>
        </a:xfrm>
      </p:grpSpPr>
      <p:sp>
        <p:nvSpPr>
          <p:cNvPr id="61" name="Google Shape;61;p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ユーザー設定レイアウト">
  <p:cSld name="1_ユーザー設定レイアウト">
    <p:spTree>
      <p:nvGrpSpPr>
        <p:cNvPr id="62" name="Shape 62"/>
        <p:cNvGrpSpPr/>
        <p:nvPr/>
      </p:nvGrpSpPr>
      <p:grpSpPr>
        <a:xfrm>
          <a:off x="0" y="0"/>
          <a:ext cx="0" cy="0"/>
          <a:chOff x="0" y="0"/>
          <a:chExt cx="0" cy="0"/>
        </a:xfrm>
      </p:grpSpPr>
      <p:sp>
        <p:nvSpPr>
          <p:cNvPr id="63" name="Google Shape;63;p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とコンテンツ">
  <p:cSld name="6_タイトルとコンテンツ">
    <p:spTree>
      <p:nvGrpSpPr>
        <p:cNvPr id="64" name="Shape 64"/>
        <p:cNvGrpSpPr/>
        <p:nvPr/>
      </p:nvGrpSpPr>
      <p:grpSpPr>
        <a:xfrm>
          <a:off x="0" y="0"/>
          <a:ext cx="0" cy="0"/>
          <a:chOff x="0" y="0"/>
          <a:chExt cx="0" cy="0"/>
        </a:xfrm>
      </p:grpSpPr>
      <p:sp>
        <p:nvSpPr>
          <p:cNvPr id="65" name="Google Shape;65;p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ページ" showMasterSp="0" type="blank">
  <p:cSld name="BLANK">
    <p:spTree>
      <p:nvGrpSpPr>
        <p:cNvPr id="66" name="Shape 66"/>
        <p:cNvGrpSpPr/>
        <p:nvPr/>
      </p:nvGrpSpPr>
      <p:grpSpPr>
        <a:xfrm>
          <a:off x="0" y="0"/>
          <a:ext cx="0" cy="0"/>
          <a:chOff x="0" y="0"/>
          <a:chExt cx="0" cy="0"/>
        </a:xfrm>
      </p:grpSpPr>
      <p:grpSp>
        <p:nvGrpSpPr>
          <p:cNvPr id="67" name="Google Shape;67;p6"/>
          <p:cNvGrpSpPr/>
          <p:nvPr/>
        </p:nvGrpSpPr>
        <p:grpSpPr>
          <a:xfrm>
            <a:off x="3218540" y="2201517"/>
            <a:ext cx="2702969" cy="739012"/>
            <a:chOff x="3687406" y="3241957"/>
            <a:chExt cx="3273892" cy="895106"/>
          </a:xfrm>
        </p:grpSpPr>
        <p:sp>
          <p:nvSpPr>
            <p:cNvPr id="68" name="Google Shape;68;p6"/>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9" name="Google Shape;69;p6"/>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0" name="Google Shape;70;p6"/>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1" name="Google Shape;71;p6"/>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2" name="Google Shape;72;p6"/>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3" name="Google Shape;73;p6"/>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4" name="Google Shape;74;p6"/>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5" name="Google Shape;75;p6"/>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6" name="Google Shape;76;p6"/>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7" name="Google Shape;77;p6"/>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8" name="Google Shape;78;p6"/>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79" name="Google Shape;79;p6"/>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0" name="Google Shape;80;p6"/>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1" name="Google Shape;81;p6"/>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2" name="Google Shape;82;p6"/>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3" name="Google Shape;83;p6"/>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4" name="Google Shape;84;p6"/>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5" name="Google Shape;85;p6"/>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6" name="Google Shape;86;p6"/>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7" name="Google Shape;87;p6"/>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8" name="Google Shape;88;p6"/>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89" name="Google Shape;89;p6"/>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0" name="Google Shape;90;p6"/>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1" name="Google Shape;91;p6"/>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2" name="Google Shape;92;p6"/>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3" name="Google Shape;93;p6"/>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4" name="Google Shape;94;p6"/>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5" name="Google Shape;95;p6"/>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96" name="Google Shape;96;p6"/>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タイトルのみ">
  <p:cSld name="5_タイトルのみ">
    <p:spTree>
      <p:nvGrpSpPr>
        <p:cNvPr id="97" name="Shape 97"/>
        <p:cNvGrpSpPr/>
        <p:nvPr/>
      </p:nvGrpSpPr>
      <p:grpSpPr>
        <a:xfrm>
          <a:off x="0" y="0"/>
          <a:ext cx="0" cy="0"/>
          <a:chOff x="0" y="0"/>
          <a:chExt cx="0" cy="0"/>
        </a:xfrm>
      </p:grpSpPr>
      <p:sp>
        <p:nvSpPr>
          <p:cNvPr id="98" name="Google Shape;98;p7"/>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9" name="Google Shape;99;p7"/>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0" name="Google Shape;100;p7"/>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1" name="Google Shape;101;p7"/>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PRESENT⇒ FUTURE</a:t>
            </a:r>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a:t>
            </a:r>
            <a:r>
              <a:rPr b="1" lang="en-US" sz="1400" u="sng">
                <a:solidFill>
                  <a:schemeClr val="dk1"/>
                </a:solidFill>
                <a:latin typeface="Lato"/>
                <a:ea typeface="Lato"/>
                <a:cs typeface="Lato"/>
                <a:sym typeface="Lato"/>
              </a:rPr>
              <a:t>For Fujifilm</a:t>
            </a:r>
            <a:r>
              <a:rPr b="1" lang="en-US" sz="1400">
                <a:solidFill>
                  <a:schemeClr val="dk1"/>
                </a:solidFill>
                <a:latin typeface="Lato"/>
                <a:ea typeface="Lato"/>
                <a:cs typeface="Lato"/>
                <a:sym typeface="Lato"/>
              </a:rPr>
              <a:t>, what do you currently do and what do you want to do?</a:t>
            </a:r>
            <a:endParaRPr/>
          </a:p>
          <a:p>
            <a:pPr indent="0" lvl="0" marL="0" marR="0" rtl="0" algn="l">
              <a:lnSpc>
                <a:spcPct val="100000"/>
              </a:lnSpc>
              <a:spcBef>
                <a:spcPts val="30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a:t>
            </a:r>
            <a:r>
              <a:rPr b="1" lang="en-US" sz="1400" u="sng">
                <a:solidFill>
                  <a:schemeClr val="dk1"/>
                </a:solidFill>
                <a:latin typeface="Lato"/>
                <a:ea typeface="Lato"/>
                <a:cs typeface="Lato"/>
                <a:sym typeface="Lato"/>
              </a:rPr>
              <a:t>From Fujifilm</a:t>
            </a:r>
            <a:r>
              <a:rPr b="1" lang="en-US" sz="1400">
                <a:solidFill>
                  <a:schemeClr val="dk1"/>
                </a:solidFill>
                <a:latin typeface="Lato"/>
                <a:ea typeface="Lato"/>
                <a:cs typeface="Lato"/>
                <a:sym typeface="Lato"/>
              </a:rPr>
              <a:t>, what do you want to do for society?</a:t>
            </a:r>
            <a:endParaRPr/>
          </a:p>
          <a:p>
            <a:pPr indent="0" lvl="0" marL="0" marR="0" rtl="0" algn="l">
              <a:lnSpc>
                <a:spcPct val="100000"/>
              </a:lnSpc>
              <a:spcBef>
                <a:spcPts val="30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rPr lang="en-US" sz="1400">
                <a:solidFill>
                  <a:schemeClr val="dk1"/>
                </a:solidFill>
                <a:latin typeface="Arial"/>
                <a:ea typeface="Arial"/>
                <a:cs typeface="Arial"/>
                <a:sym typeface="Arial"/>
              </a:rPr>
              <a:t>•</a:t>
            </a:r>
            <a:r>
              <a:rPr b="1" lang="en-US" sz="1400" u="sng">
                <a:solidFill>
                  <a:schemeClr val="dk1"/>
                </a:solidFill>
                <a:latin typeface="Lato"/>
                <a:ea typeface="Lato"/>
                <a:cs typeface="Lato"/>
                <a:sym typeface="Lato"/>
              </a:rPr>
              <a:t>With Fujifilm</a:t>
            </a:r>
            <a:r>
              <a:rPr b="1" lang="en-US" sz="1400">
                <a:solidFill>
                  <a:schemeClr val="dk1"/>
                </a:solidFill>
                <a:latin typeface="Lato"/>
                <a:ea typeface="Lato"/>
                <a:cs typeface="Lato"/>
                <a:sym typeface="Lato"/>
              </a:rPr>
              <a:t>, what do you want for yourself?</a:t>
            </a:r>
            <a:endParaRPr sz="1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400"/>
              <a:buFont typeface="Arial"/>
              <a:buNone/>
            </a:pPr>
            <a:r>
              <a:t/>
            </a:r>
            <a:endParaRPr b="1" sz="1400">
              <a:solidFill>
                <a:schemeClr val="dk1"/>
              </a:solidFill>
              <a:latin typeface="Lato"/>
              <a:ea typeface="Lato"/>
              <a:cs typeface="Lato"/>
              <a:sym typeface="Lato"/>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p:txBody>
      </p:sp>
      <p:pic>
        <p:nvPicPr>
          <p:cNvPr id="102" name="Google Shape;102;p7"/>
          <p:cNvPicPr preferRelativeResize="0"/>
          <p:nvPr/>
        </p:nvPicPr>
        <p:blipFill rotWithShape="1">
          <a:blip r:embed="rId2">
            <a:alphaModFix/>
          </a:blip>
          <a:srcRect b="0" l="0" r="0" t="0"/>
          <a:stretch/>
        </p:blipFill>
        <p:spPr>
          <a:xfrm>
            <a:off x="7929019" y="3867894"/>
            <a:ext cx="1013812" cy="956962"/>
          </a:xfrm>
          <a:prstGeom prst="rect">
            <a:avLst/>
          </a:prstGeom>
          <a:noFill/>
          <a:ln>
            <a:noFill/>
          </a:ln>
        </p:spPr>
      </p:pic>
      <p:sp>
        <p:nvSpPr>
          <p:cNvPr id="103" name="Google Shape;103;p7"/>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WORKSHOP</a:t>
            </a:r>
            <a:endParaRPr b="1" sz="1200">
              <a:solidFill>
                <a:schemeClr val="lt1"/>
              </a:solidFill>
              <a:latin typeface="Arial"/>
              <a:ea typeface="Arial"/>
              <a:cs typeface="Arial"/>
              <a:sym typeface="Arial"/>
            </a:endParaRPr>
          </a:p>
        </p:txBody>
      </p:sp>
      <p:sp>
        <p:nvSpPr>
          <p:cNvPr id="104" name="Google Shape;104;p7"/>
          <p:cNvSpPr txBox="1"/>
          <p:nvPr/>
        </p:nvSpPr>
        <p:spPr>
          <a:xfrm>
            <a:off x="467544" y="242095"/>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Determining my ASPIRATIONS AS A MEMBER OF FUJIFILM</a:t>
            </a:r>
            <a:endParaRPr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のみ">
  <p:cSld name="6_タイトルのみ">
    <p:spTree>
      <p:nvGrpSpPr>
        <p:cNvPr id="105" name="Shape 105"/>
        <p:cNvGrpSpPr/>
        <p:nvPr/>
      </p:nvGrpSpPr>
      <p:grpSpPr>
        <a:xfrm>
          <a:off x="0" y="0"/>
          <a:ext cx="0" cy="0"/>
          <a:chOff x="0" y="0"/>
          <a:chExt cx="0" cy="0"/>
        </a:xfrm>
      </p:grpSpPr>
      <p:sp>
        <p:nvSpPr>
          <p:cNvPr id="106" name="Google Shape;106;p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7" name="Google Shape;107;p8"/>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8" name="Google Shape;108;p8"/>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09" name="Google Shape;109;p8"/>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Having reviewed Fujifilm Group’s commitment and other information:</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・What do you appreciate</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about Fujifilm?</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rPr b="1" lang="en-US" sz="1200">
                <a:solidFill>
                  <a:schemeClr val="dk1"/>
                </a:solidFill>
                <a:latin typeface="Arial"/>
                <a:ea typeface="Arial"/>
                <a:cs typeface="Arial"/>
                <a:sym typeface="Arial"/>
              </a:rPr>
              <a:t>・What is the overlap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between the impact you</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want to make (step 1)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and the commitments of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   Fujifilm?</a:t>
            </a:r>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2400"/>
              <a:buFont typeface="Arial"/>
              <a:buNone/>
            </a:pPr>
            <a:r>
              <a:t/>
            </a:r>
            <a:endParaRPr b="1" sz="2400">
              <a:solidFill>
                <a:schemeClr val="dk1"/>
              </a:solidFill>
              <a:latin typeface="Arial"/>
              <a:ea typeface="Arial"/>
              <a:cs typeface="Arial"/>
              <a:sym typeface="Arial"/>
            </a:endParaRPr>
          </a:p>
        </p:txBody>
      </p:sp>
      <p:sp>
        <p:nvSpPr>
          <p:cNvPr id="110" name="Google Shape;110;p8"/>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WORKSHOP</a:t>
            </a:r>
            <a:endParaRPr b="1" sz="1200">
              <a:solidFill>
                <a:schemeClr val="lt1"/>
              </a:solidFill>
              <a:latin typeface="Arial"/>
              <a:ea typeface="Arial"/>
              <a:cs typeface="Arial"/>
              <a:sym typeface="Arial"/>
            </a:endParaRPr>
          </a:p>
        </p:txBody>
      </p:sp>
      <p:pic>
        <p:nvPicPr>
          <p:cNvPr id="111" name="Google Shape;111;p8"/>
          <p:cNvPicPr preferRelativeResize="0"/>
          <p:nvPr/>
        </p:nvPicPr>
        <p:blipFill rotWithShape="1">
          <a:blip r:embed="rId2">
            <a:alphaModFix/>
          </a:blip>
          <a:srcRect b="0" l="0" r="0" t="0"/>
          <a:stretch/>
        </p:blipFill>
        <p:spPr>
          <a:xfrm>
            <a:off x="7988174" y="3900745"/>
            <a:ext cx="974854" cy="928653"/>
          </a:xfrm>
          <a:prstGeom prst="rect">
            <a:avLst/>
          </a:prstGeom>
          <a:noFill/>
          <a:ln>
            <a:noFill/>
          </a:ln>
        </p:spPr>
      </p:pic>
      <p:sp>
        <p:nvSpPr>
          <p:cNvPr id="112" name="Google Shape;112;p8"/>
          <p:cNvSpPr txBox="1"/>
          <p:nvPr/>
        </p:nvSpPr>
        <p:spPr>
          <a:xfrm>
            <a:off x="467544" y="242095"/>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Identifying my RESONANCE with the Fujifilm Group</a:t>
            </a:r>
            <a:endParaRPr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のみ">
  <p:cSld name="9_タイトルのみ">
    <p:spTree>
      <p:nvGrpSpPr>
        <p:cNvPr id="113" name="Shape 113"/>
        <p:cNvGrpSpPr/>
        <p:nvPr/>
      </p:nvGrpSpPr>
      <p:grpSpPr>
        <a:xfrm>
          <a:off x="0" y="0"/>
          <a:ext cx="0" cy="0"/>
          <a:chOff x="0" y="0"/>
          <a:chExt cx="0" cy="0"/>
        </a:xfrm>
      </p:grpSpPr>
      <p:sp>
        <p:nvSpPr>
          <p:cNvPr id="114" name="Google Shape;114;p9"/>
          <p:cNvSpPr/>
          <p:nvPr/>
        </p:nvSpPr>
        <p:spPr>
          <a:xfrm>
            <a:off x="7953415" y="3873659"/>
            <a:ext cx="1009613" cy="929090"/>
          </a:xfrm>
          <a:prstGeom prst="ellipse">
            <a:avLst/>
          </a:prstGeom>
          <a:solidFill>
            <a:srgbClr val="D2E8F4">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dk1"/>
                </a:solidFill>
                <a:latin typeface="Arial"/>
                <a:ea typeface="Arial"/>
                <a:cs typeface="Arial"/>
                <a:sym typeface="Arial"/>
              </a:rPr>
              <a:t>Clarifying PERSONAL IMPACT from your +STORY</a:t>
            </a:r>
            <a:endParaRPr b="1" sz="700">
              <a:solidFill>
                <a:schemeClr val="dk1"/>
              </a:solidFill>
              <a:latin typeface="Arial"/>
              <a:ea typeface="Arial"/>
              <a:cs typeface="Arial"/>
              <a:sym typeface="Arial"/>
            </a:endParaRPr>
          </a:p>
        </p:txBody>
      </p:sp>
      <p:sp>
        <p:nvSpPr>
          <p:cNvPr id="115" name="Google Shape;115;p9"/>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6" name="Google Shape;116;p9"/>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17" name="Google Shape;117;p9"/>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18" name="Google Shape;118;p9"/>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From Purpose, to Aspirations and Action</a:t>
            </a:r>
            <a:br>
              <a:rPr lang="en-US" sz="1100">
                <a:solidFill>
                  <a:schemeClr val="dk1"/>
                </a:solidFill>
                <a:latin typeface="Arial"/>
                <a:ea typeface="Arial"/>
                <a:cs typeface="Arial"/>
                <a:sym typeface="Arial"/>
              </a:rPr>
            </a:br>
            <a:r>
              <a:rPr b="1" lang="en-US" sz="1100">
                <a:solidFill>
                  <a:schemeClr val="dk1"/>
                </a:solidFill>
                <a:latin typeface="Arial"/>
                <a:ea typeface="Arial"/>
                <a:cs typeface="Arial"/>
                <a:sym typeface="Arial"/>
              </a:rPr>
              <a:t>Referring to the STPD Process</a:t>
            </a:r>
            <a:r>
              <a:rPr lang="en-US" sz="1100">
                <a:solidFill>
                  <a:schemeClr val="dk1"/>
                </a:solidFill>
                <a:latin typeface="Arial"/>
                <a:ea typeface="Arial"/>
                <a:cs typeface="Arial"/>
                <a:sym typeface="Arial"/>
              </a:rPr>
              <a:t>, consider how you can take meaningful steps toward achieving your aspirations. Use this space to outline your thoughts.</a:t>
            </a:r>
            <a:endParaRPr/>
          </a:p>
          <a:p>
            <a:pPr indent="0" lvl="0" marL="0" marR="0" rtl="0" algn="l">
              <a:lnSpc>
                <a:spcPct val="100000"/>
              </a:lnSpc>
              <a:spcBef>
                <a:spcPts val="3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Questions for Reflection and Action</a:t>
            </a:r>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Immediate First Steps</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1, What specific actions can you take immediately to begin turning your aspirations into reality? Think about how you can apply the </a:t>
            </a:r>
            <a:r>
              <a:rPr b="1" lang="en-US" sz="1100">
                <a:solidFill>
                  <a:schemeClr val="dk1"/>
                </a:solidFill>
                <a:latin typeface="Arial"/>
                <a:ea typeface="Arial"/>
                <a:cs typeface="Arial"/>
                <a:sym typeface="Arial"/>
              </a:rPr>
              <a:t>See, Think, Plan, and Do</a:t>
            </a:r>
            <a:r>
              <a:rPr lang="en-US" sz="1100">
                <a:solidFill>
                  <a:schemeClr val="dk1"/>
                </a:solidFill>
                <a:latin typeface="Arial"/>
                <a:ea typeface="Arial"/>
                <a:cs typeface="Arial"/>
                <a:sym typeface="Arial"/>
              </a:rPr>
              <a:t> framework to initiate progress.</a:t>
            </a:r>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p:txBody>
      </p:sp>
      <p:sp>
        <p:nvSpPr>
          <p:cNvPr id="119" name="Google Shape;119;p9"/>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Post- WORKSHOP</a:t>
            </a:r>
            <a:endParaRPr b="1" sz="1200">
              <a:solidFill>
                <a:schemeClr val="lt1"/>
              </a:solidFill>
              <a:latin typeface="Arial"/>
              <a:ea typeface="Arial"/>
              <a:cs typeface="Arial"/>
              <a:sym typeface="Arial"/>
            </a:endParaRPr>
          </a:p>
        </p:txBody>
      </p:sp>
      <p:pic>
        <p:nvPicPr>
          <p:cNvPr id="120" name="Google Shape;120;p9"/>
          <p:cNvPicPr preferRelativeResize="0"/>
          <p:nvPr/>
        </p:nvPicPr>
        <p:blipFill rotWithShape="1">
          <a:blip r:embed="rId2">
            <a:alphaModFix/>
          </a:blip>
          <a:srcRect b="0" l="0" r="0" t="0"/>
          <a:stretch/>
        </p:blipFill>
        <p:spPr>
          <a:xfrm>
            <a:off x="2339082" y="4032612"/>
            <a:ext cx="1071879" cy="876992"/>
          </a:xfrm>
          <a:prstGeom prst="rect">
            <a:avLst/>
          </a:prstGeom>
          <a:noFill/>
          <a:ln>
            <a:noFill/>
          </a:ln>
        </p:spPr>
      </p:pic>
      <p:sp>
        <p:nvSpPr>
          <p:cNvPr id="121" name="Google Shape;121;p9"/>
          <p:cNvSpPr/>
          <p:nvPr/>
        </p:nvSpPr>
        <p:spPr>
          <a:xfrm>
            <a:off x="7789718" y="3870261"/>
            <a:ext cx="1146709" cy="100520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lt1"/>
                </a:solidFill>
                <a:latin typeface="Arial"/>
                <a:ea typeface="Arial"/>
                <a:cs typeface="Arial"/>
                <a:sym typeface="Arial"/>
              </a:rPr>
              <a:t>Manifesting</a:t>
            </a:r>
            <a:endParaRPr/>
          </a:p>
          <a:p>
            <a:pPr indent="0" lvl="0" marL="0" marR="0" rtl="0" algn="ctr">
              <a:spcBef>
                <a:spcPts val="0"/>
              </a:spcBef>
              <a:spcAft>
                <a:spcPts val="0"/>
              </a:spcAft>
              <a:buNone/>
            </a:pPr>
            <a:r>
              <a:rPr b="1" lang="en-US" sz="700">
                <a:solidFill>
                  <a:schemeClr val="lt1"/>
                </a:solidFill>
                <a:latin typeface="Arial"/>
                <a:ea typeface="Arial"/>
                <a:cs typeface="Arial"/>
                <a:sym typeface="Arial"/>
              </a:rPr>
              <a:t>your ASPIRATIONS</a:t>
            </a:r>
            <a:endParaRPr b="1" sz="700">
              <a:solidFill>
                <a:schemeClr val="lt1"/>
              </a:solidFill>
              <a:latin typeface="Arial"/>
              <a:ea typeface="Arial"/>
              <a:cs typeface="Arial"/>
              <a:sym typeface="Arial"/>
            </a:endParaRPr>
          </a:p>
        </p:txBody>
      </p:sp>
      <p:sp>
        <p:nvSpPr>
          <p:cNvPr id="122" name="Google Shape;122;p9"/>
          <p:cNvSpPr txBox="1"/>
          <p:nvPr/>
        </p:nvSpPr>
        <p:spPr>
          <a:xfrm>
            <a:off x="159831" y="24070"/>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Manifesting your ASPIRATIONS</a:t>
            </a:r>
            <a:endParaRPr sz="1600">
              <a:solidFill>
                <a:schemeClr val="dk1"/>
              </a:solidFill>
              <a:latin typeface="Arial"/>
              <a:ea typeface="Arial"/>
              <a:cs typeface="Arial"/>
              <a:sym typeface="Arial"/>
            </a:endParaRPr>
          </a:p>
        </p:txBody>
      </p:sp>
      <p:sp>
        <p:nvSpPr>
          <p:cNvPr id="123" name="Google Shape;123;p9"/>
          <p:cNvSpPr txBox="1"/>
          <p:nvPr/>
        </p:nvSpPr>
        <p:spPr>
          <a:xfrm>
            <a:off x="107504" y="283130"/>
            <a:ext cx="70567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Purpose⇒Aspirations⇒Action</a:t>
            </a:r>
            <a:endParaRPr b="1"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タイトルのみ">
  <p:cSld name="10_タイトルのみ">
    <p:spTree>
      <p:nvGrpSpPr>
        <p:cNvPr id="124" name="Shape 124"/>
        <p:cNvGrpSpPr/>
        <p:nvPr/>
      </p:nvGrpSpPr>
      <p:grpSpPr>
        <a:xfrm>
          <a:off x="0" y="0"/>
          <a:ext cx="0" cy="0"/>
          <a:chOff x="0" y="0"/>
          <a:chExt cx="0" cy="0"/>
        </a:xfrm>
      </p:grpSpPr>
      <p:sp>
        <p:nvSpPr>
          <p:cNvPr id="125" name="Google Shape;125;p10"/>
          <p:cNvSpPr/>
          <p:nvPr/>
        </p:nvSpPr>
        <p:spPr>
          <a:xfrm>
            <a:off x="7953415" y="3873659"/>
            <a:ext cx="1009613" cy="929090"/>
          </a:xfrm>
          <a:prstGeom prst="ellipse">
            <a:avLst/>
          </a:prstGeom>
          <a:solidFill>
            <a:srgbClr val="D2E8F4">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dk1"/>
                </a:solidFill>
                <a:latin typeface="Arial"/>
                <a:ea typeface="Arial"/>
                <a:cs typeface="Arial"/>
                <a:sym typeface="Arial"/>
              </a:rPr>
              <a:t>Clarifying PERSONAL IMPACT from your +STORY</a:t>
            </a:r>
            <a:endParaRPr b="1" sz="700">
              <a:solidFill>
                <a:schemeClr val="dk1"/>
              </a:solidFill>
              <a:latin typeface="Arial"/>
              <a:ea typeface="Arial"/>
              <a:cs typeface="Arial"/>
              <a:sym typeface="Arial"/>
            </a:endParaRPr>
          </a:p>
        </p:txBody>
      </p:sp>
      <p:sp>
        <p:nvSpPr>
          <p:cNvPr id="126" name="Google Shape;126;p10"/>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7" name="Google Shape;127;p10"/>
          <p:cNvSpPr/>
          <p:nvPr/>
        </p:nvSpPr>
        <p:spPr>
          <a:xfrm>
            <a:off x="2374136" y="1059582"/>
            <a:ext cx="6610033" cy="3841823"/>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28" name="Google Shape;128;p10"/>
          <p:cNvSpPr/>
          <p:nvPr/>
        </p:nvSpPr>
        <p:spPr>
          <a:xfrm>
            <a:off x="159831" y="1059582"/>
            <a:ext cx="2107913" cy="3841823"/>
          </a:xfrm>
          <a:prstGeom prst="rect">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29" name="Google Shape;129;p10"/>
          <p:cNvSpPr txBox="1"/>
          <p:nvPr/>
        </p:nvSpPr>
        <p:spPr>
          <a:xfrm>
            <a:off x="251520" y="1131590"/>
            <a:ext cx="1958919" cy="3697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2. Habits for Growth</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What habits would you like to develop to stay aligned with your aspirations and maintain continuous improvement? How can regular reflection (See Again) keep you on track?</a:t>
            </a:r>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3. Applying STPD to a Current Challenge</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Is there a current challenge or opportunity related to your aspirations? How can breaking it down with STPD help you move forward effectively?</a:t>
            </a:r>
            <a:endParaRPr/>
          </a:p>
          <a:p>
            <a:pPr indent="0" lvl="0" marL="0" marR="0" rtl="0" algn="l">
              <a:lnSpc>
                <a:spcPct val="100000"/>
              </a:lnSpc>
              <a:spcBef>
                <a:spcPts val="300"/>
              </a:spcBef>
              <a:spcAft>
                <a:spcPts val="0"/>
              </a:spcAft>
              <a:buClr>
                <a:schemeClr val="dk1"/>
              </a:buClr>
              <a:buSzPts val="1100"/>
              <a:buFont typeface="Arial"/>
              <a:buNone/>
            </a:pPr>
            <a:r>
              <a:rPr b="1" lang="en-US" sz="1100">
                <a:solidFill>
                  <a:schemeClr val="dk1"/>
                </a:solidFill>
                <a:latin typeface="Arial"/>
                <a:ea typeface="Arial"/>
                <a:cs typeface="Arial"/>
                <a:sym typeface="Arial"/>
              </a:rPr>
              <a:t>Write down your ideas, next steps, or habits you’d like to establish to create a clear, actionable path toward success.</a:t>
            </a:r>
            <a:endParaRPr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p:txBody>
      </p:sp>
      <p:sp>
        <p:nvSpPr>
          <p:cNvPr id="130" name="Google Shape;130;p10"/>
          <p:cNvSpPr/>
          <p:nvPr/>
        </p:nvSpPr>
        <p:spPr>
          <a:xfrm>
            <a:off x="159831" y="699651"/>
            <a:ext cx="2107913" cy="2879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Post-WORKSHOP</a:t>
            </a:r>
            <a:endParaRPr b="1" sz="1200">
              <a:solidFill>
                <a:schemeClr val="lt1"/>
              </a:solidFill>
              <a:latin typeface="Arial"/>
              <a:ea typeface="Arial"/>
              <a:cs typeface="Arial"/>
              <a:sym typeface="Arial"/>
            </a:endParaRPr>
          </a:p>
        </p:txBody>
      </p:sp>
      <p:pic>
        <p:nvPicPr>
          <p:cNvPr id="131" name="Google Shape;131;p10"/>
          <p:cNvPicPr preferRelativeResize="0"/>
          <p:nvPr/>
        </p:nvPicPr>
        <p:blipFill rotWithShape="1">
          <a:blip r:embed="rId2">
            <a:alphaModFix/>
          </a:blip>
          <a:srcRect b="0" l="0" r="0" t="0"/>
          <a:stretch/>
        </p:blipFill>
        <p:spPr>
          <a:xfrm>
            <a:off x="2359433" y="4032612"/>
            <a:ext cx="1071879" cy="876992"/>
          </a:xfrm>
          <a:prstGeom prst="rect">
            <a:avLst/>
          </a:prstGeom>
          <a:noFill/>
          <a:ln>
            <a:noFill/>
          </a:ln>
        </p:spPr>
      </p:pic>
      <p:sp>
        <p:nvSpPr>
          <p:cNvPr id="132" name="Google Shape;132;p10"/>
          <p:cNvSpPr/>
          <p:nvPr/>
        </p:nvSpPr>
        <p:spPr>
          <a:xfrm>
            <a:off x="7789718" y="3870261"/>
            <a:ext cx="1146709" cy="100520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700">
                <a:solidFill>
                  <a:schemeClr val="lt1"/>
                </a:solidFill>
                <a:latin typeface="Arial"/>
                <a:ea typeface="Arial"/>
                <a:cs typeface="Arial"/>
                <a:sym typeface="Arial"/>
              </a:rPr>
              <a:t>Manifesting</a:t>
            </a:r>
            <a:endParaRPr/>
          </a:p>
          <a:p>
            <a:pPr indent="0" lvl="0" marL="0" marR="0" rtl="0" algn="ctr">
              <a:spcBef>
                <a:spcPts val="0"/>
              </a:spcBef>
              <a:spcAft>
                <a:spcPts val="0"/>
              </a:spcAft>
              <a:buNone/>
            </a:pPr>
            <a:r>
              <a:rPr b="1" lang="en-US" sz="700">
                <a:solidFill>
                  <a:schemeClr val="lt1"/>
                </a:solidFill>
                <a:latin typeface="Arial"/>
                <a:ea typeface="Arial"/>
                <a:cs typeface="Arial"/>
                <a:sym typeface="Arial"/>
              </a:rPr>
              <a:t>your ASPIRATIONS</a:t>
            </a:r>
            <a:endParaRPr b="1" sz="700">
              <a:solidFill>
                <a:schemeClr val="lt1"/>
              </a:solidFill>
              <a:latin typeface="Arial"/>
              <a:ea typeface="Arial"/>
              <a:cs typeface="Arial"/>
              <a:sym typeface="Arial"/>
            </a:endParaRPr>
          </a:p>
        </p:txBody>
      </p:sp>
      <p:sp>
        <p:nvSpPr>
          <p:cNvPr id="133" name="Google Shape;133;p10"/>
          <p:cNvSpPr txBox="1"/>
          <p:nvPr/>
        </p:nvSpPr>
        <p:spPr>
          <a:xfrm>
            <a:off x="159831" y="24070"/>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Manifesting your ASPIRATIONS</a:t>
            </a:r>
            <a:endParaRPr sz="1600">
              <a:solidFill>
                <a:schemeClr val="dk1"/>
              </a:solidFill>
              <a:latin typeface="Arial"/>
              <a:ea typeface="Arial"/>
              <a:cs typeface="Arial"/>
              <a:sym typeface="Arial"/>
            </a:endParaRPr>
          </a:p>
        </p:txBody>
      </p:sp>
      <p:sp>
        <p:nvSpPr>
          <p:cNvPr id="134" name="Google Shape;134;p10"/>
          <p:cNvSpPr txBox="1"/>
          <p:nvPr/>
        </p:nvSpPr>
        <p:spPr>
          <a:xfrm>
            <a:off x="107504" y="283130"/>
            <a:ext cx="70567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Purpose⇒Aspirations⇒Action</a:t>
            </a:r>
            <a:endParaRPr b="1" sz="16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135" name="Shape 135"/>
        <p:cNvGrpSpPr/>
        <p:nvPr/>
      </p:nvGrpSpPr>
      <p:grpSpPr>
        <a:xfrm>
          <a:off x="0" y="0"/>
          <a:ext cx="0" cy="0"/>
          <a:chOff x="0" y="0"/>
          <a:chExt cx="0" cy="0"/>
        </a:xfrm>
      </p:grpSpPr>
      <p:sp>
        <p:nvSpPr>
          <p:cNvPr id="136" name="Google Shape;136;p11"/>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タイトルのみ">
  <p:cSld name="8_タイトルのみ">
    <p:spTree>
      <p:nvGrpSpPr>
        <p:cNvPr id="138" name="Shape 138"/>
        <p:cNvGrpSpPr/>
        <p:nvPr/>
      </p:nvGrpSpPr>
      <p:grpSpPr>
        <a:xfrm>
          <a:off x="0" y="0"/>
          <a:ext cx="0" cy="0"/>
          <a:chOff x="0" y="0"/>
          <a:chExt cx="0" cy="0"/>
        </a:xfrm>
      </p:grpSpPr>
      <p:sp>
        <p:nvSpPr>
          <p:cNvPr id="139" name="Google Shape;139;p1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0" name="Google Shape;140;p12"/>
          <p:cNvSpPr/>
          <p:nvPr/>
        </p:nvSpPr>
        <p:spPr>
          <a:xfrm>
            <a:off x="539552" y="771550"/>
            <a:ext cx="1656184" cy="248324"/>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Post-Workshop</a:t>
            </a:r>
            <a:endParaRPr b="1" sz="1200">
              <a:solidFill>
                <a:schemeClr val="lt1"/>
              </a:solidFill>
              <a:latin typeface="Arial"/>
              <a:ea typeface="Arial"/>
              <a:cs typeface="Arial"/>
              <a:sym typeface="Arial"/>
            </a:endParaRPr>
          </a:p>
        </p:txBody>
      </p:sp>
      <p:sp>
        <p:nvSpPr>
          <p:cNvPr id="141" name="Google Shape;141;p12"/>
          <p:cNvSpPr txBox="1"/>
          <p:nvPr/>
        </p:nvSpPr>
        <p:spPr>
          <a:xfrm>
            <a:off x="539657" y="1086082"/>
            <a:ext cx="8314405" cy="17281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Arial"/>
              <a:buNone/>
            </a:pPr>
            <a:r>
              <a:rPr b="0" lang="en-US" sz="1600">
                <a:solidFill>
                  <a:schemeClr val="dk1"/>
                </a:solidFill>
                <a:latin typeface="Arial"/>
                <a:ea typeface="Arial"/>
                <a:cs typeface="Arial"/>
                <a:sym typeface="Arial"/>
              </a:rPr>
              <a:t>To help you move into </a:t>
            </a:r>
            <a:r>
              <a:rPr b="1" lang="en-US" sz="1600">
                <a:solidFill>
                  <a:schemeClr val="dk1"/>
                </a:solidFill>
                <a:latin typeface="Arial"/>
                <a:ea typeface="Arial"/>
                <a:cs typeface="Arial"/>
                <a:sym typeface="Arial"/>
              </a:rPr>
              <a:t>Step 4: Manifesting Your ASPIRATIONS</a:t>
            </a:r>
            <a:r>
              <a:rPr b="0" lang="en-US" sz="1600">
                <a:solidFill>
                  <a:schemeClr val="dk1"/>
                </a:solidFill>
                <a:latin typeface="Arial"/>
                <a:ea typeface="Arial"/>
                <a:cs typeface="Arial"/>
                <a:sym typeface="Arial"/>
              </a:rPr>
              <a:t>, now that you have a clearer sense of your </a:t>
            </a:r>
            <a:r>
              <a:rPr b="1" lang="en-US" sz="1600">
                <a:solidFill>
                  <a:schemeClr val="dk1"/>
                </a:solidFill>
                <a:latin typeface="Arial"/>
                <a:ea typeface="Arial"/>
                <a:cs typeface="Arial"/>
                <a:sym typeface="Arial"/>
              </a:rPr>
              <a:t>PERSONAL IMPACT</a:t>
            </a:r>
            <a:r>
              <a:rPr b="0" lang="en-US" sz="1600">
                <a:solidFill>
                  <a:schemeClr val="dk1"/>
                </a:solidFill>
                <a:latin typeface="Arial"/>
                <a:ea typeface="Arial"/>
                <a:cs typeface="Arial"/>
                <a:sym typeface="Arial"/>
              </a:rPr>
              <a:t>, have identified your </a:t>
            </a:r>
            <a:r>
              <a:rPr b="1" lang="en-US" sz="1600">
                <a:solidFill>
                  <a:schemeClr val="dk1"/>
                </a:solidFill>
                <a:latin typeface="Arial"/>
                <a:ea typeface="Arial"/>
                <a:cs typeface="Arial"/>
                <a:sym typeface="Arial"/>
              </a:rPr>
              <a:t>RESONANCE</a:t>
            </a:r>
            <a:r>
              <a:rPr b="0" lang="en-US" sz="1600">
                <a:solidFill>
                  <a:schemeClr val="dk1"/>
                </a:solidFill>
                <a:latin typeface="Arial"/>
                <a:ea typeface="Arial"/>
                <a:cs typeface="Arial"/>
                <a:sym typeface="Arial"/>
              </a:rPr>
              <a:t> with the Fujifilm group, and determined your </a:t>
            </a:r>
            <a:r>
              <a:rPr b="1" lang="en-US" sz="1600">
                <a:solidFill>
                  <a:schemeClr val="dk1"/>
                </a:solidFill>
                <a:latin typeface="Arial"/>
                <a:ea typeface="Arial"/>
                <a:cs typeface="Arial"/>
                <a:sym typeface="Arial"/>
              </a:rPr>
              <a:t>ASPIRATIONS</a:t>
            </a:r>
            <a:r>
              <a:rPr b="0" lang="en-US" sz="1600">
                <a:solidFill>
                  <a:schemeClr val="dk1"/>
                </a:solidFill>
                <a:latin typeface="Arial"/>
                <a:ea typeface="Arial"/>
                <a:cs typeface="Arial"/>
                <a:sym typeface="Arial"/>
              </a:rPr>
              <a:t> as a member of Fujifilm, return to your </a:t>
            </a:r>
            <a:r>
              <a:rPr b="1" lang="en-US" sz="1600">
                <a:solidFill>
                  <a:schemeClr val="dk1"/>
                </a:solidFill>
                <a:latin typeface="Arial"/>
                <a:ea typeface="Arial"/>
                <a:cs typeface="Arial"/>
                <a:sym typeface="Arial"/>
              </a:rPr>
              <a:t>+STORY </a:t>
            </a:r>
            <a:r>
              <a:rPr b="0" lang="en-US" sz="1600">
                <a:solidFill>
                  <a:schemeClr val="dk1"/>
                </a:solidFill>
                <a:latin typeface="Arial"/>
                <a:ea typeface="Arial"/>
                <a:cs typeface="Arial"/>
                <a:sym typeface="Arial"/>
              </a:rPr>
              <a:t>and draw your vision for the FUTURE. This exercise will help you visualize and actualize your image of the FUTURE.</a:t>
            </a:r>
            <a:endParaRPr/>
          </a:p>
        </p:txBody>
      </p:sp>
      <p:grpSp>
        <p:nvGrpSpPr>
          <p:cNvPr id="142" name="Google Shape;142;p12"/>
          <p:cNvGrpSpPr/>
          <p:nvPr/>
        </p:nvGrpSpPr>
        <p:grpSpPr>
          <a:xfrm>
            <a:off x="721681" y="3193322"/>
            <a:ext cx="1800200" cy="372137"/>
            <a:chOff x="899592" y="1526909"/>
            <a:chExt cx="1800200" cy="372137"/>
          </a:xfrm>
        </p:grpSpPr>
        <p:pic>
          <p:nvPicPr>
            <p:cNvPr descr="テキスト, アイコン&#10;&#10;自動的に生成された説明" id="143" name="Google Shape;143;p12"/>
            <p:cNvPicPr preferRelativeResize="0"/>
            <p:nvPr/>
          </p:nvPicPr>
          <p:blipFill rotWithShape="1">
            <a:blip r:embed="rId2">
              <a:alphaModFix/>
            </a:blip>
            <a:srcRect b="0" l="0" r="0" t="0"/>
            <a:stretch/>
          </p:blipFill>
          <p:spPr>
            <a:xfrm>
              <a:off x="1331640" y="1526909"/>
              <a:ext cx="1368152" cy="372137"/>
            </a:xfrm>
            <a:prstGeom prst="rect">
              <a:avLst/>
            </a:prstGeom>
            <a:noFill/>
            <a:ln>
              <a:noFill/>
            </a:ln>
          </p:spPr>
        </p:pic>
        <p:sp>
          <p:nvSpPr>
            <p:cNvPr id="144" name="Google Shape;144;p12"/>
            <p:cNvSpPr txBox="1"/>
            <p:nvPr/>
          </p:nvSpPr>
          <p:spPr>
            <a:xfrm>
              <a:off x="899592" y="1526909"/>
              <a:ext cx="612068" cy="37213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17070"/>
                </a:buClr>
                <a:buSzPts val="2500"/>
                <a:buFont typeface="Arial"/>
                <a:buNone/>
              </a:pPr>
              <a:r>
                <a:rPr b="0" lang="en-US" sz="2500">
                  <a:solidFill>
                    <a:srgbClr val="717070"/>
                  </a:solidFill>
                  <a:latin typeface="Arial"/>
                  <a:ea typeface="Arial"/>
                  <a:cs typeface="Arial"/>
                  <a:sym typeface="Arial"/>
                </a:rPr>
                <a:t>MY</a:t>
              </a:r>
              <a:endParaRPr/>
            </a:p>
          </p:txBody>
        </p:sp>
      </p:grpSp>
      <p:sp>
        <p:nvSpPr>
          <p:cNvPr id="145" name="Google Shape;145;p12"/>
          <p:cNvSpPr txBox="1"/>
          <p:nvPr/>
        </p:nvSpPr>
        <p:spPr>
          <a:xfrm>
            <a:off x="1094887" y="3612546"/>
            <a:ext cx="142699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Arial"/>
                <a:ea typeface="Arial"/>
                <a:cs typeface="Arial"/>
                <a:sym typeface="Arial"/>
              </a:rPr>
              <a:t>EXAMPLE</a:t>
            </a:r>
            <a:endParaRPr b="1" sz="2000">
              <a:solidFill>
                <a:srgbClr val="FF0000"/>
              </a:solidFill>
              <a:latin typeface="Arial"/>
              <a:ea typeface="Arial"/>
              <a:cs typeface="Arial"/>
              <a:sym typeface="Arial"/>
            </a:endParaRPr>
          </a:p>
        </p:txBody>
      </p:sp>
      <p:sp>
        <p:nvSpPr>
          <p:cNvPr id="146" name="Google Shape;146;p12"/>
          <p:cNvSpPr txBox="1"/>
          <p:nvPr/>
        </p:nvSpPr>
        <p:spPr>
          <a:xfrm>
            <a:off x="395536" y="73175"/>
            <a:ext cx="621994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Working on your ASPIRATIONS</a:t>
            </a:r>
            <a:endParaRPr sz="1600">
              <a:solidFill>
                <a:schemeClr val="dk1"/>
              </a:solidFill>
              <a:latin typeface="Arial"/>
              <a:ea typeface="Arial"/>
              <a:cs typeface="Arial"/>
              <a:sym typeface="Arial"/>
            </a:endParaRPr>
          </a:p>
        </p:txBody>
      </p:sp>
      <p:sp>
        <p:nvSpPr>
          <p:cNvPr id="147" name="Google Shape;147;p12"/>
          <p:cNvSpPr txBox="1"/>
          <p:nvPr/>
        </p:nvSpPr>
        <p:spPr>
          <a:xfrm>
            <a:off x="413792" y="353767"/>
            <a:ext cx="4572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Purpose⇒Aspirations⇒Action</a:t>
            </a:r>
            <a:endParaRPr b="1" sz="14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 スライド" showMasterSp="0">
  <p:cSld name="6_タイトル スライド">
    <p:bg>
      <p:bgPr>
        <a:solidFill>
          <a:schemeClr val="lt1"/>
        </a:solidFill>
      </p:bgPr>
    </p:bg>
    <p:spTree>
      <p:nvGrpSpPr>
        <p:cNvPr id="148" name="Shape 148"/>
        <p:cNvGrpSpPr/>
        <p:nvPr/>
      </p:nvGrpSpPr>
      <p:grpSpPr>
        <a:xfrm>
          <a:off x="0" y="0"/>
          <a:ext cx="0" cy="0"/>
          <a:chOff x="0" y="0"/>
          <a:chExt cx="0" cy="0"/>
        </a:xfrm>
      </p:grpSpPr>
      <p:sp>
        <p:nvSpPr>
          <p:cNvPr id="149" name="Google Shape;149;p1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150" name="Google Shape;150;p1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pic>
        <p:nvPicPr>
          <p:cNvPr id="151" name="Google Shape;151;p13"/>
          <p:cNvPicPr preferRelativeResize="0"/>
          <p:nvPr/>
        </p:nvPicPr>
        <p:blipFill rotWithShape="1">
          <a:blip r:embed="rId2">
            <a:alphaModFix/>
          </a:blip>
          <a:srcRect b="0" l="0" r="0" t="0"/>
          <a:stretch/>
        </p:blipFill>
        <p:spPr>
          <a:xfrm>
            <a:off x="1440529" y="834978"/>
            <a:ext cx="6932616" cy="25681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タイトルとコンテンツ">
  <p:cSld name="8_タイトルとコンテンツ">
    <p:spTree>
      <p:nvGrpSpPr>
        <p:cNvPr id="152" name="Shape 152"/>
        <p:cNvGrpSpPr/>
        <p:nvPr/>
      </p:nvGrpSpPr>
      <p:grpSpPr>
        <a:xfrm>
          <a:off x="0" y="0"/>
          <a:ext cx="0" cy="0"/>
          <a:chOff x="0" y="0"/>
          <a:chExt cx="0" cy="0"/>
        </a:xfrm>
      </p:grpSpPr>
      <p:sp>
        <p:nvSpPr>
          <p:cNvPr id="153" name="Google Shape;153;p1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54" name="Google Shape;154;p14"/>
          <p:cNvSpPr txBox="1"/>
          <p:nvPr>
            <p:ph idx="1" type="body"/>
          </p:nvPr>
        </p:nvSpPr>
        <p:spPr>
          <a:xfrm>
            <a:off x="539552" y="868957"/>
            <a:ext cx="8075811"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155" name="Google Shape;155;p14"/>
          <p:cNvSpPr txBox="1"/>
          <p:nvPr>
            <p:ph type="title"/>
          </p:nvPr>
        </p:nvSpPr>
        <p:spPr>
          <a:xfrm>
            <a:off x="539552" y="116531"/>
            <a:ext cx="6048000" cy="47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とコンテンツ">
  <p:cSld name="9_タイトルとコンテンツ">
    <p:spTree>
      <p:nvGrpSpPr>
        <p:cNvPr id="166" name="Shape 166"/>
        <p:cNvGrpSpPr/>
        <p:nvPr/>
      </p:nvGrpSpPr>
      <p:grpSpPr>
        <a:xfrm>
          <a:off x="0" y="0"/>
          <a:ext cx="0" cy="0"/>
          <a:chOff x="0" y="0"/>
          <a:chExt cx="0" cy="0"/>
        </a:xfrm>
      </p:grpSpPr>
      <p:sp>
        <p:nvSpPr>
          <p:cNvPr id="167" name="Google Shape;167;p16"/>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表紙1" showMasterSp="0">
  <p:cSld name="6_表紙1">
    <p:spTree>
      <p:nvGrpSpPr>
        <p:cNvPr id="168" name="Shape 168"/>
        <p:cNvGrpSpPr/>
        <p:nvPr/>
      </p:nvGrpSpPr>
      <p:grpSpPr>
        <a:xfrm>
          <a:off x="0" y="0"/>
          <a:ext cx="0" cy="0"/>
          <a:chOff x="0" y="0"/>
          <a:chExt cx="0" cy="0"/>
        </a:xfrm>
      </p:grpSpPr>
      <p:pic>
        <p:nvPicPr>
          <p:cNvPr id="169" name="Google Shape;169;p17"/>
          <p:cNvPicPr preferRelativeResize="0"/>
          <p:nvPr/>
        </p:nvPicPr>
        <p:blipFill rotWithShape="1">
          <a:blip r:embed="rId2">
            <a:alphaModFix/>
          </a:blip>
          <a:srcRect b="0" l="0" r="0" t="0"/>
          <a:stretch/>
        </p:blipFill>
        <p:spPr>
          <a:xfrm>
            <a:off x="0" y="0"/>
            <a:ext cx="9144000" cy="1970532"/>
          </a:xfrm>
          <a:prstGeom prst="rect">
            <a:avLst/>
          </a:prstGeom>
          <a:noFill/>
          <a:ln>
            <a:noFill/>
          </a:ln>
        </p:spPr>
      </p:pic>
      <p:grpSp>
        <p:nvGrpSpPr>
          <p:cNvPr id="170" name="Google Shape;170;p17"/>
          <p:cNvGrpSpPr/>
          <p:nvPr/>
        </p:nvGrpSpPr>
        <p:grpSpPr>
          <a:xfrm>
            <a:off x="7376132" y="4502225"/>
            <a:ext cx="1041921" cy="284869"/>
            <a:chOff x="3687406" y="3241957"/>
            <a:chExt cx="3273892" cy="895106"/>
          </a:xfrm>
        </p:grpSpPr>
        <p:sp>
          <p:nvSpPr>
            <p:cNvPr id="171" name="Google Shape;171;p17"/>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2" name="Google Shape;172;p17"/>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3" name="Google Shape;173;p17"/>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4" name="Google Shape;174;p17"/>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5" name="Google Shape;175;p17"/>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6" name="Google Shape;176;p17"/>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7" name="Google Shape;177;p17"/>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8" name="Google Shape;178;p17"/>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79" name="Google Shape;179;p17"/>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0" name="Google Shape;180;p17"/>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1" name="Google Shape;181;p17"/>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2" name="Google Shape;182;p17"/>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3" name="Google Shape;183;p17"/>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4" name="Google Shape;184;p17"/>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5" name="Google Shape;185;p17"/>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6" name="Google Shape;186;p17"/>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7" name="Google Shape;187;p17"/>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8" name="Google Shape;188;p17"/>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89" name="Google Shape;189;p17"/>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0" name="Google Shape;190;p17"/>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1" name="Google Shape;191;p17"/>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2" name="Google Shape;192;p17"/>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3" name="Google Shape;193;p17"/>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4" name="Google Shape;194;p17"/>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5" name="Google Shape;195;p17"/>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6" name="Google Shape;196;p17"/>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7" name="Google Shape;197;p17"/>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8" name="Google Shape;198;p17"/>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199" name="Google Shape;199;p17"/>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pic>
        <p:nvPicPr>
          <p:cNvPr id="200" name="Google Shape;200;p17"/>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201" name="Google Shape;201;p17"/>
          <p:cNvGrpSpPr/>
          <p:nvPr/>
        </p:nvGrpSpPr>
        <p:grpSpPr>
          <a:xfrm>
            <a:off x="7298885" y="177800"/>
            <a:ext cx="1674242" cy="416854"/>
            <a:chOff x="7362825" y="177800"/>
            <a:chExt cx="1674242" cy="416854"/>
          </a:xfrm>
        </p:grpSpPr>
        <p:sp>
          <p:nvSpPr>
            <p:cNvPr id="202" name="Google Shape;202;p17"/>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203" name="Google Shape;203;p17"/>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204" name="Google Shape;204;p17"/>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205" name="Google Shape;205;p17"/>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FBAP L&amp;D</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
        <p:nvSpPr>
          <p:cNvPr id="206" name="Google Shape;206;p17"/>
          <p:cNvSpPr txBox="1"/>
          <p:nvPr/>
        </p:nvSpPr>
        <p:spPr>
          <a:xfrm>
            <a:off x="3076699" y="3203790"/>
            <a:ext cx="3096344" cy="6463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Arial"/>
                <a:ea typeface="Arial"/>
                <a:cs typeface="Arial"/>
                <a:sym typeface="Arial"/>
              </a:rPr>
              <a:t>WORKBOOK</a:t>
            </a:r>
            <a:endParaRPr sz="3600">
              <a:solidFill>
                <a:schemeClr val="dk1"/>
              </a:solidFill>
              <a:latin typeface="Arial"/>
              <a:ea typeface="Arial"/>
              <a:cs typeface="Arial"/>
              <a:sym typeface="Arial"/>
            </a:endParaRPr>
          </a:p>
        </p:txBody>
      </p:sp>
      <p:sp>
        <p:nvSpPr>
          <p:cNvPr id="207" name="Google Shape;207;p17"/>
          <p:cNvSpPr txBox="1"/>
          <p:nvPr/>
        </p:nvSpPr>
        <p:spPr>
          <a:xfrm>
            <a:off x="2716659" y="3939902"/>
            <a:ext cx="3816424" cy="31175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208" name="Shape 208"/>
        <p:cNvGrpSpPr/>
        <p:nvPr/>
      </p:nvGrpSpPr>
      <p:grpSpPr>
        <a:xfrm>
          <a:off x="0" y="0"/>
          <a:ext cx="0" cy="0"/>
          <a:chOff x="0" y="0"/>
          <a:chExt cx="0" cy="0"/>
        </a:xfrm>
      </p:grpSpPr>
      <p:sp>
        <p:nvSpPr>
          <p:cNvPr id="209" name="Google Shape;209;p18"/>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1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ページ" showMasterSp="0" type="blank">
  <p:cSld name="BLANK">
    <p:spTree>
      <p:nvGrpSpPr>
        <p:cNvPr id="211" name="Shape 211"/>
        <p:cNvGrpSpPr/>
        <p:nvPr/>
      </p:nvGrpSpPr>
      <p:grpSpPr>
        <a:xfrm>
          <a:off x="0" y="0"/>
          <a:ext cx="0" cy="0"/>
          <a:chOff x="0" y="0"/>
          <a:chExt cx="0" cy="0"/>
        </a:xfrm>
      </p:grpSpPr>
      <p:grpSp>
        <p:nvGrpSpPr>
          <p:cNvPr id="212" name="Google Shape;212;p19"/>
          <p:cNvGrpSpPr/>
          <p:nvPr/>
        </p:nvGrpSpPr>
        <p:grpSpPr>
          <a:xfrm>
            <a:off x="3218540" y="2201517"/>
            <a:ext cx="2702969" cy="739012"/>
            <a:chOff x="3687406" y="3241957"/>
            <a:chExt cx="3273892" cy="895106"/>
          </a:xfrm>
        </p:grpSpPr>
        <p:sp>
          <p:nvSpPr>
            <p:cNvPr id="213" name="Google Shape;213;p19"/>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4" name="Google Shape;214;p19"/>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5" name="Google Shape;215;p19"/>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6" name="Google Shape;216;p19"/>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7" name="Google Shape;217;p19"/>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8" name="Google Shape;218;p19"/>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19" name="Google Shape;219;p19"/>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0" name="Google Shape;220;p19"/>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1" name="Google Shape;221;p19"/>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2" name="Google Shape;222;p19"/>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3" name="Google Shape;223;p19"/>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4" name="Google Shape;224;p19"/>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5" name="Google Shape;225;p19"/>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6" name="Google Shape;226;p19"/>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7" name="Google Shape;227;p19"/>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8" name="Google Shape;228;p19"/>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29" name="Google Shape;229;p19"/>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0" name="Google Shape;230;p19"/>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1" name="Google Shape;231;p19"/>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2" name="Google Shape;232;p19"/>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3" name="Google Shape;233;p19"/>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4" name="Google Shape;234;p19"/>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5" name="Google Shape;235;p19"/>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6" name="Google Shape;236;p19"/>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7" name="Google Shape;237;p19"/>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8" name="Google Shape;238;p19"/>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39" name="Google Shape;239;p19"/>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40" name="Google Shape;240;p19"/>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41" name="Google Shape;241;p19"/>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タイトルとコンテンツ">
  <p:cSld name="6_タイトルとコンテンツ">
    <p:spTree>
      <p:nvGrpSpPr>
        <p:cNvPr id="242" name="Shape 242"/>
        <p:cNvGrpSpPr/>
        <p:nvPr/>
      </p:nvGrpSpPr>
      <p:grpSpPr>
        <a:xfrm>
          <a:off x="0" y="0"/>
          <a:ext cx="0" cy="0"/>
          <a:chOff x="0" y="0"/>
          <a:chExt cx="0" cy="0"/>
        </a:xfrm>
      </p:grpSpPr>
      <p:sp>
        <p:nvSpPr>
          <p:cNvPr id="243" name="Google Shape;243;p20"/>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ユーザー設定レイアウト">
  <p:cSld name="1_ユーザー設定レイアウト">
    <p:spTree>
      <p:nvGrpSpPr>
        <p:cNvPr id="244" name="Shape 244"/>
        <p:cNvGrpSpPr/>
        <p:nvPr/>
      </p:nvGrpSpPr>
      <p:grpSpPr>
        <a:xfrm>
          <a:off x="0" y="0"/>
          <a:ext cx="0" cy="0"/>
          <a:chOff x="0" y="0"/>
          <a:chExt cx="0" cy="0"/>
        </a:xfrm>
      </p:grpSpPr>
      <p:sp>
        <p:nvSpPr>
          <p:cNvPr id="245" name="Google Shape;245;p2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タイトルとコンテンツ">
  <p:cSld name="8_タイトルとコンテンツ">
    <p:spTree>
      <p:nvGrpSpPr>
        <p:cNvPr id="246" name="Shape 246"/>
        <p:cNvGrpSpPr/>
        <p:nvPr/>
      </p:nvGrpSpPr>
      <p:grpSpPr>
        <a:xfrm>
          <a:off x="0" y="0"/>
          <a:ext cx="0" cy="0"/>
          <a:chOff x="0" y="0"/>
          <a:chExt cx="0" cy="0"/>
        </a:xfrm>
      </p:grpSpPr>
      <p:sp>
        <p:nvSpPr>
          <p:cNvPr id="247" name="Google Shape;247;p2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48" name="Google Shape;248;p22"/>
          <p:cNvSpPr txBox="1"/>
          <p:nvPr>
            <p:ph idx="1" type="body"/>
          </p:nvPr>
        </p:nvSpPr>
        <p:spPr>
          <a:xfrm>
            <a:off x="539552" y="868957"/>
            <a:ext cx="8075811"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249" name="Google Shape;249;p22"/>
          <p:cNvSpPr txBox="1"/>
          <p:nvPr>
            <p:ph type="title"/>
          </p:nvPr>
        </p:nvSpPr>
        <p:spPr>
          <a:xfrm>
            <a:off x="539552" y="116531"/>
            <a:ext cx="6048000" cy="47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タイトルとコンテンツ">
  <p:cSld name="9_タイトルとコンテンツ">
    <p:spTree>
      <p:nvGrpSpPr>
        <p:cNvPr id="256" name="Shape 256"/>
        <p:cNvGrpSpPr/>
        <p:nvPr/>
      </p:nvGrpSpPr>
      <p:grpSpPr>
        <a:xfrm>
          <a:off x="0" y="0"/>
          <a:ext cx="0" cy="0"/>
          <a:chOff x="0" y="0"/>
          <a:chExt cx="0" cy="0"/>
        </a:xfrm>
      </p:grpSpPr>
      <p:sp>
        <p:nvSpPr>
          <p:cNvPr id="257" name="Google Shape;257;p2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1" showMasterSp="0">
  <p:cSld name="表紙1">
    <p:spTree>
      <p:nvGrpSpPr>
        <p:cNvPr id="258" name="Shape 258"/>
        <p:cNvGrpSpPr/>
        <p:nvPr/>
      </p:nvGrpSpPr>
      <p:grpSpPr>
        <a:xfrm>
          <a:off x="0" y="0"/>
          <a:ext cx="0" cy="0"/>
          <a:chOff x="0" y="0"/>
          <a:chExt cx="0" cy="0"/>
        </a:xfrm>
      </p:grpSpPr>
      <p:pic>
        <p:nvPicPr>
          <p:cNvPr descr="草, スポーツゲーム が含まれている画像&#10;&#10;自動的に生成された説明" id="259" name="Google Shape;259;p25"/>
          <p:cNvPicPr preferRelativeResize="0"/>
          <p:nvPr/>
        </p:nvPicPr>
        <p:blipFill rotWithShape="1">
          <a:blip r:embed="rId2">
            <a:alphaModFix/>
          </a:blip>
          <a:srcRect b="0" l="0" r="0" t="0"/>
          <a:stretch/>
        </p:blipFill>
        <p:spPr>
          <a:xfrm>
            <a:off x="0" y="-924"/>
            <a:ext cx="9144000" cy="1972800"/>
          </a:xfrm>
          <a:prstGeom prst="rect">
            <a:avLst/>
          </a:prstGeom>
          <a:noFill/>
          <a:ln>
            <a:noFill/>
          </a:ln>
        </p:spPr>
      </p:pic>
      <p:sp>
        <p:nvSpPr>
          <p:cNvPr id="260" name="Google Shape;260;p25"/>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5"/>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262" name="Google Shape;262;p25"/>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263" name="Google Shape;263;p25"/>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264" name="Google Shape;264;p25"/>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265" name="Google Shape;265;p25"/>
          <p:cNvGrpSpPr/>
          <p:nvPr/>
        </p:nvGrpSpPr>
        <p:grpSpPr>
          <a:xfrm>
            <a:off x="7376132" y="4502225"/>
            <a:ext cx="1041921" cy="284869"/>
            <a:chOff x="3687406" y="3241957"/>
            <a:chExt cx="3273892" cy="895106"/>
          </a:xfrm>
        </p:grpSpPr>
        <p:sp>
          <p:nvSpPr>
            <p:cNvPr id="266" name="Google Shape;266;p25"/>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7" name="Google Shape;267;p25"/>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8" name="Google Shape;268;p25"/>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69" name="Google Shape;269;p25"/>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0" name="Google Shape;270;p25"/>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1" name="Google Shape;271;p25"/>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2" name="Google Shape;272;p25"/>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3" name="Google Shape;273;p25"/>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4" name="Google Shape;274;p25"/>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5" name="Google Shape;275;p25"/>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6" name="Google Shape;276;p25"/>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7" name="Google Shape;277;p25"/>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8" name="Google Shape;278;p25"/>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79" name="Google Shape;279;p25"/>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0" name="Google Shape;280;p25"/>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1" name="Google Shape;281;p25"/>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2" name="Google Shape;282;p25"/>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3" name="Google Shape;283;p25"/>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4" name="Google Shape;284;p25"/>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5" name="Google Shape;285;p25"/>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6" name="Google Shape;286;p25"/>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7" name="Google Shape;287;p25"/>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8" name="Google Shape;288;p25"/>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89" name="Google Shape;289;p25"/>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0" name="Google Shape;290;p25"/>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1" name="Google Shape;291;p25"/>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2" name="Google Shape;292;p25"/>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3" name="Google Shape;293;p25"/>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294" name="Google Shape;294;p25"/>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295" name="Google Shape;295;p25"/>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296" name="Google Shape;296;p25"/>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297" name="Google Shape;297;p25"/>
          <p:cNvGrpSpPr/>
          <p:nvPr/>
        </p:nvGrpSpPr>
        <p:grpSpPr>
          <a:xfrm>
            <a:off x="7298885" y="177800"/>
            <a:ext cx="1674242" cy="416854"/>
            <a:chOff x="7362825" y="177800"/>
            <a:chExt cx="1674242" cy="416854"/>
          </a:xfrm>
        </p:grpSpPr>
        <p:sp>
          <p:nvSpPr>
            <p:cNvPr id="298" name="Google Shape;298;p25"/>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299" name="Google Shape;299;p25"/>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300" name="Google Shape;300;p25"/>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301" name="Google Shape;301;p25"/>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表紙1" showMasterSp="0">
  <p:cSld name="1_表紙1">
    <p:spTree>
      <p:nvGrpSpPr>
        <p:cNvPr id="302" name="Shape 302"/>
        <p:cNvGrpSpPr/>
        <p:nvPr/>
      </p:nvGrpSpPr>
      <p:grpSpPr>
        <a:xfrm>
          <a:off x="0" y="0"/>
          <a:ext cx="0" cy="0"/>
          <a:chOff x="0" y="0"/>
          <a:chExt cx="0" cy="0"/>
        </a:xfrm>
      </p:grpSpPr>
      <p:pic>
        <p:nvPicPr>
          <p:cNvPr descr="籠, タワー が含まれている画像&#10;&#10;自動的に生成された説明" id="303" name="Google Shape;303;p26"/>
          <p:cNvPicPr preferRelativeResize="0"/>
          <p:nvPr/>
        </p:nvPicPr>
        <p:blipFill rotWithShape="1">
          <a:blip r:embed="rId2">
            <a:alphaModFix/>
          </a:blip>
          <a:srcRect b="5435" l="0" r="0" t="6241"/>
          <a:stretch/>
        </p:blipFill>
        <p:spPr>
          <a:xfrm>
            <a:off x="0" y="-1884"/>
            <a:ext cx="9144000" cy="1972800"/>
          </a:xfrm>
          <a:prstGeom prst="rect">
            <a:avLst/>
          </a:prstGeom>
          <a:noFill/>
          <a:ln>
            <a:noFill/>
          </a:ln>
        </p:spPr>
      </p:pic>
      <p:sp>
        <p:nvSpPr>
          <p:cNvPr id="304" name="Google Shape;304;p26"/>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26"/>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306" name="Google Shape;306;p26"/>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07" name="Google Shape;307;p26"/>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08" name="Google Shape;308;p26"/>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309" name="Google Shape;309;p26"/>
          <p:cNvGrpSpPr/>
          <p:nvPr/>
        </p:nvGrpSpPr>
        <p:grpSpPr>
          <a:xfrm>
            <a:off x="7376132" y="4502225"/>
            <a:ext cx="1041921" cy="284869"/>
            <a:chOff x="3687406" y="3241957"/>
            <a:chExt cx="3273892" cy="895106"/>
          </a:xfrm>
        </p:grpSpPr>
        <p:sp>
          <p:nvSpPr>
            <p:cNvPr id="310" name="Google Shape;310;p26"/>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1" name="Google Shape;311;p26"/>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2" name="Google Shape;312;p26"/>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3" name="Google Shape;313;p26"/>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4" name="Google Shape;314;p26"/>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5" name="Google Shape;315;p26"/>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6" name="Google Shape;316;p26"/>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7" name="Google Shape;317;p26"/>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8" name="Google Shape;318;p26"/>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19" name="Google Shape;319;p26"/>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0" name="Google Shape;320;p26"/>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1" name="Google Shape;321;p26"/>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2" name="Google Shape;322;p26"/>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3" name="Google Shape;323;p26"/>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4" name="Google Shape;324;p26"/>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5" name="Google Shape;325;p26"/>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6" name="Google Shape;326;p26"/>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7" name="Google Shape;327;p26"/>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8" name="Google Shape;328;p26"/>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29" name="Google Shape;329;p26"/>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0" name="Google Shape;330;p26"/>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1" name="Google Shape;331;p26"/>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2" name="Google Shape;332;p26"/>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3" name="Google Shape;333;p26"/>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4" name="Google Shape;334;p26"/>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5" name="Google Shape;335;p26"/>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6" name="Google Shape;336;p26"/>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7" name="Google Shape;337;p26"/>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38" name="Google Shape;338;p26"/>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339" name="Google Shape;339;p26"/>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340" name="Google Shape;340;p26"/>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341" name="Google Shape;341;p26"/>
          <p:cNvGrpSpPr/>
          <p:nvPr/>
        </p:nvGrpSpPr>
        <p:grpSpPr>
          <a:xfrm>
            <a:off x="7298885" y="177800"/>
            <a:ext cx="1674242" cy="416854"/>
            <a:chOff x="7362825" y="177800"/>
            <a:chExt cx="1674242" cy="416854"/>
          </a:xfrm>
        </p:grpSpPr>
        <p:sp>
          <p:nvSpPr>
            <p:cNvPr id="342" name="Google Shape;342;p26"/>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343" name="Google Shape;343;p26"/>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344" name="Google Shape;344;p26"/>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345" name="Google Shape;345;p26"/>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表紙1" showMasterSp="0">
  <p:cSld name="2_表紙1">
    <p:spTree>
      <p:nvGrpSpPr>
        <p:cNvPr id="346" name="Shape 346"/>
        <p:cNvGrpSpPr/>
        <p:nvPr/>
      </p:nvGrpSpPr>
      <p:grpSpPr>
        <a:xfrm>
          <a:off x="0" y="0"/>
          <a:ext cx="0" cy="0"/>
          <a:chOff x="0" y="0"/>
          <a:chExt cx="0" cy="0"/>
        </a:xfrm>
      </p:grpSpPr>
      <p:pic>
        <p:nvPicPr>
          <p:cNvPr id="347" name="Google Shape;347;p27"/>
          <p:cNvPicPr preferRelativeResize="0"/>
          <p:nvPr/>
        </p:nvPicPr>
        <p:blipFill rotWithShape="1">
          <a:blip r:embed="rId2">
            <a:alphaModFix/>
          </a:blip>
          <a:srcRect b="0" l="0" r="0" t="0"/>
          <a:stretch/>
        </p:blipFill>
        <p:spPr>
          <a:xfrm>
            <a:off x="0" y="0"/>
            <a:ext cx="9144000" cy="1970532"/>
          </a:xfrm>
          <a:prstGeom prst="rect">
            <a:avLst/>
          </a:prstGeom>
          <a:noFill/>
          <a:ln>
            <a:noFill/>
          </a:ln>
        </p:spPr>
      </p:pic>
      <p:sp>
        <p:nvSpPr>
          <p:cNvPr id="348" name="Google Shape;348;p27"/>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27"/>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350" name="Google Shape;350;p27"/>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51" name="Google Shape;351;p27"/>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52" name="Google Shape;352;p27"/>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353" name="Google Shape;353;p27"/>
          <p:cNvGrpSpPr/>
          <p:nvPr/>
        </p:nvGrpSpPr>
        <p:grpSpPr>
          <a:xfrm>
            <a:off x="7376132" y="4502225"/>
            <a:ext cx="1041921" cy="284869"/>
            <a:chOff x="3687406" y="3241957"/>
            <a:chExt cx="3273892" cy="895106"/>
          </a:xfrm>
        </p:grpSpPr>
        <p:sp>
          <p:nvSpPr>
            <p:cNvPr id="354" name="Google Shape;354;p27"/>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5" name="Google Shape;355;p27"/>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6" name="Google Shape;356;p27"/>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7" name="Google Shape;357;p27"/>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8" name="Google Shape;358;p27"/>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59" name="Google Shape;359;p27"/>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0" name="Google Shape;360;p27"/>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1" name="Google Shape;361;p27"/>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2" name="Google Shape;362;p27"/>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3" name="Google Shape;363;p27"/>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4" name="Google Shape;364;p27"/>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5" name="Google Shape;365;p27"/>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6" name="Google Shape;366;p27"/>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7" name="Google Shape;367;p27"/>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8" name="Google Shape;368;p27"/>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69" name="Google Shape;369;p27"/>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0" name="Google Shape;370;p27"/>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1" name="Google Shape;371;p27"/>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2" name="Google Shape;372;p27"/>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3" name="Google Shape;373;p27"/>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4" name="Google Shape;374;p27"/>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5" name="Google Shape;375;p27"/>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6" name="Google Shape;376;p27"/>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7" name="Google Shape;377;p27"/>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8" name="Google Shape;378;p27"/>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79" name="Google Shape;379;p27"/>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0" name="Google Shape;380;p27"/>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1" name="Google Shape;381;p27"/>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82" name="Google Shape;382;p27"/>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383" name="Google Shape;383;p27"/>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384" name="Google Shape;384;p27"/>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表紙1" showMasterSp="0">
  <p:cSld name="3_表紙1">
    <p:spTree>
      <p:nvGrpSpPr>
        <p:cNvPr id="385" name="Shape 385"/>
        <p:cNvGrpSpPr/>
        <p:nvPr/>
      </p:nvGrpSpPr>
      <p:grpSpPr>
        <a:xfrm>
          <a:off x="0" y="0"/>
          <a:ext cx="0" cy="0"/>
          <a:chOff x="0" y="0"/>
          <a:chExt cx="0" cy="0"/>
        </a:xfrm>
      </p:grpSpPr>
      <p:pic>
        <p:nvPicPr>
          <p:cNvPr id="386" name="Google Shape;386;p28"/>
          <p:cNvPicPr preferRelativeResize="0"/>
          <p:nvPr/>
        </p:nvPicPr>
        <p:blipFill rotWithShape="1">
          <a:blip r:embed="rId2">
            <a:alphaModFix/>
          </a:blip>
          <a:srcRect b="0" l="0" r="0" t="0"/>
          <a:stretch/>
        </p:blipFill>
        <p:spPr>
          <a:xfrm>
            <a:off x="0" y="0"/>
            <a:ext cx="9144000" cy="1972800"/>
          </a:xfrm>
          <a:prstGeom prst="rect">
            <a:avLst/>
          </a:prstGeom>
          <a:noFill/>
          <a:ln>
            <a:noFill/>
          </a:ln>
        </p:spPr>
      </p:pic>
      <p:sp>
        <p:nvSpPr>
          <p:cNvPr id="387" name="Google Shape;387;p28"/>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8" name="Google Shape;388;p28"/>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389" name="Google Shape;389;p28"/>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90" name="Google Shape;390;p28"/>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391" name="Google Shape;391;p28"/>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392" name="Google Shape;392;p28"/>
          <p:cNvGrpSpPr/>
          <p:nvPr/>
        </p:nvGrpSpPr>
        <p:grpSpPr>
          <a:xfrm>
            <a:off x="7376132" y="4502225"/>
            <a:ext cx="1041921" cy="284869"/>
            <a:chOff x="3687406" y="3241957"/>
            <a:chExt cx="3273892" cy="895106"/>
          </a:xfrm>
        </p:grpSpPr>
        <p:sp>
          <p:nvSpPr>
            <p:cNvPr id="393" name="Google Shape;393;p28"/>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4" name="Google Shape;394;p28"/>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5" name="Google Shape;395;p28"/>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6" name="Google Shape;396;p28"/>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7" name="Google Shape;397;p28"/>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8" name="Google Shape;398;p28"/>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399" name="Google Shape;399;p28"/>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0" name="Google Shape;400;p28"/>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1" name="Google Shape;401;p28"/>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2" name="Google Shape;402;p28"/>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3" name="Google Shape;403;p28"/>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4" name="Google Shape;404;p28"/>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5" name="Google Shape;405;p28"/>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6" name="Google Shape;406;p28"/>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7" name="Google Shape;407;p28"/>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8" name="Google Shape;408;p28"/>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09" name="Google Shape;409;p28"/>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0" name="Google Shape;410;p28"/>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1" name="Google Shape;411;p28"/>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2" name="Google Shape;412;p28"/>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3" name="Google Shape;413;p28"/>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4" name="Google Shape;414;p28"/>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5" name="Google Shape;415;p28"/>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6" name="Google Shape;416;p28"/>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7" name="Google Shape;417;p28"/>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8" name="Google Shape;418;p28"/>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19" name="Google Shape;419;p28"/>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20" name="Google Shape;420;p28"/>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21" name="Google Shape;421;p28"/>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422" name="Google Shape;422;p28"/>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423" name="Google Shape;423;p28"/>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424" name="Google Shape;424;p28"/>
          <p:cNvGrpSpPr/>
          <p:nvPr/>
        </p:nvGrpSpPr>
        <p:grpSpPr>
          <a:xfrm>
            <a:off x="7298885" y="177800"/>
            <a:ext cx="1674242" cy="416854"/>
            <a:chOff x="7362825" y="177800"/>
            <a:chExt cx="1674242" cy="416854"/>
          </a:xfrm>
        </p:grpSpPr>
        <p:sp>
          <p:nvSpPr>
            <p:cNvPr id="425" name="Google Shape;425;p28"/>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426" name="Google Shape;426;p28"/>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427" name="Google Shape;427;p28"/>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428" name="Google Shape;428;p28"/>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93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表紙1" showMasterSp="0">
  <p:cSld name="4_表紙1">
    <p:spTree>
      <p:nvGrpSpPr>
        <p:cNvPr id="429" name="Shape 429"/>
        <p:cNvGrpSpPr/>
        <p:nvPr/>
      </p:nvGrpSpPr>
      <p:grpSpPr>
        <a:xfrm>
          <a:off x="0" y="0"/>
          <a:ext cx="0" cy="0"/>
          <a:chOff x="0" y="0"/>
          <a:chExt cx="0" cy="0"/>
        </a:xfrm>
      </p:grpSpPr>
      <p:pic>
        <p:nvPicPr>
          <p:cNvPr descr="グラフィカル ユーザー インターフェイス, テキスト&#10;&#10;自動的に生成された説明" id="430" name="Google Shape;430;p29"/>
          <p:cNvPicPr preferRelativeResize="0"/>
          <p:nvPr/>
        </p:nvPicPr>
        <p:blipFill rotWithShape="1">
          <a:blip r:embed="rId2">
            <a:alphaModFix/>
          </a:blip>
          <a:srcRect b="0" l="0" r="0" t="0"/>
          <a:stretch/>
        </p:blipFill>
        <p:spPr>
          <a:xfrm>
            <a:off x="0" y="0"/>
            <a:ext cx="9144000" cy="1972800"/>
          </a:xfrm>
          <a:prstGeom prst="rect">
            <a:avLst/>
          </a:prstGeom>
          <a:noFill/>
          <a:ln>
            <a:noFill/>
          </a:ln>
        </p:spPr>
      </p:pic>
      <p:sp>
        <p:nvSpPr>
          <p:cNvPr id="431" name="Google Shape;431;p29"/>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29"/>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433" name="Google Shape;433;p29"/>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34" name="Google Shape;434;p29"/>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35" name="Google Shape;435;p29"/>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436" name="Google Shape;436;p29"/>
          <p:cNvGrpSpPr/>
          <p:nvPr/>
        </p:nvGrpSpPr>
        <p:grpSpPr>
          <a:xfrm>
            <a:off x="7376132" y="4502225"/>
            <a:ext cx="1041921" cy="284869"/>
            <a:chOff x="3687406" y="3241957"/>
            <a:chExt cx="3273892" cy="895106"/>
          </a:xfrm>
        </p:grpSpPr>
        <p:sp>
          <p:nvSpPr>
            <p:cNvPr id="437" name="Google Shape;437;p29"/>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38" name="Google Shape;438;p29"/>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39" name="Google Shape;439;p29"/>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0" name="Google Shape;440;p29"/>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1" name="Google Shape;441;p29"/>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2" name="Google Shape;442;p29"/>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3" name="Google Shape;443;p29"/>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4" name="Google Shape;444;p29"/>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5" name="Google Shape;445;p29"/>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6" name="Google Shape;446;p29"/>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7" name="Google Shape;447;p29"/>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8" name="Google Shape;448;p29"/>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49" name="Google Shape;449;p29"/>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0" name="Google Shape;450;p29"/>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1" name="Google Shape;451;p29"/>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2" name="Google Shape;452;p29"/>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3" name="Google Shape;453;p29"/>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4" name="Google Shape;454;p29"/>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5" name="Google Shape;455;p29"/>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6" name="Google Shape;456;p29"/>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7" name="Google Shape;457;p29"/>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8" name="Google Shape;458;p29"/>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59" name="Google Shape;459;p29"/>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0" name="Google Shape;460;p29"/>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1" name="Google Shape;461;p29"/>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2" name="Google Shape;462;p29"/>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3" name="Google Shape;463;p29"/>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4" name="Google Shape;464;p29"/>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65" name="Google Shape;465;p29"/>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466" name="Google Shape;466;p29"/>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467" name="Google Shape;467;p29"/>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468" name="Google Shape;468;p29"/>
          <p:cNvGrpSpPr/>
          <p:nvPr/>
        </p:nvGrpSpPr>
        <p:grpSpPr>
          <a:xfrm>
            <a:off x="7298885" y="177800"/>
            <a:ext cx="1674242" cy="416854"/>
            <a:chOff x="7362825" y="177800"/>
            <a:chExt cx="1674242" cy="416854"/>
          </a:xfrm>
        </p:grpSpPr>
        <p:sp>
          <p:nvSpPr>
            <p:cNvPr id="469" name="Google Shape;469;p29"/>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470" name="Google Shape;470;p29"/>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471" name="Google Shape;471;p29"/>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472" name="Google Shape;472;p29"/>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表紙1" showMasterSp="0">
  <p:cSld name="5_表紙1">
    <p:spTree>
      <p:nvGrpSpPr>
        <p:cNvPr id="473" name="Shape 473"/>
        <p:cNvGrpSpPr/>
        <p:nvPr/>
      </p:nvGrpSpPr>
      <p:grpSpPr>
        <a:xfrm>
          <a:off x="0" y="0"/>
          <a:ext cx="0" cy="0"/>
          <a:chOff x="0" y="0"/>
          <a:chExt cx="0" cy="0"/>
        </a:xfrm>
      </p:grpSpPr>
      <p:pic>
        <p:nvPicPr>
          <p:cNvPr descr="屋内, 座る, 小さい, キッチン が含まれている画像&#10;&#10;自動的に生成された説明" id="474" name="Google Shape;474;p30"/>
          <p:cNvPicPr preferRelativeResize="0"/>
          <p:nvPr/>
        </p:nvPicPr>
        <p:blipFill rotWithShape="1">
          <a:blip r:embed="rId2">
            <a:alphaModFix/>
          </a:blip>
          <a:srcRect b="0" l="0" r="0" t="0"/>
          <a:stretch/>
        </p:blipFill>
        <p:spPr>
          <a:xfrm>
            <a:off x="0" y="0"/>
            <a:ext cx="9144000" cy="1972800"/>
          </a:xfrm>
          <a:prstGeom prst="rect">
            <a:avLst/>
          </a:prstGeom>
          <a:noFill/>
          <a:ln>
            <a:noFill/>
          </a:ln>
        </p:spPr>
      </p:pic>
      <p:sp>
        <p:nvSpPr>
          <p:cNvPr id="475" name="Google Shape;475;p30"/>
          <p:cNvSpPr txBox="1"/>
          <p:nvPr>
            <p:ph type="ctrTitle"/>
          </p:nvPr>
        </p:nvSpPr>
        <p:spPr>
          <a:xfrm>
            <a:off x="575436" y="2496312"/>
            <a:ext cx="8064000" cy="43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200"/>
              <a:buFont typeface="Arial"/>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30"/>
          <p:cNvSpPr txBox="1"/>
          <p:nvPr>
            <p:ph idx="1" type="subTitle"/>
          </p:nvPr>
        </p:nvSpPr>
        <p:spPr>
          <a:xfrm>
            <a:off x="575436" y="2971811"/>
            <a:ext cx="8064000" cy="173169"/>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100"/>
              <a:buFont typeface="Arial"/>
              <a:buNone/>
              <a:defRPr sz="1100">
                <a:solidFill>
                  <a:schemeClr val="dk1"/>
                </a:solidFill>
              </a:defRPr>
            </a:lvl1pPr>
            <a:lvl2pPr lvl="1" algn="ctr">
              <a:lnSpc>
                <a:spcPct val="100000"/>
              </a:lnSpc>
              <a:spcBef>
                <a:spcPts val="0"/>
              </a:spcBef>
              <a:spcAft>
                <a:spcPts val="0"/>
              </a:spcAft>
              <a:buClr>
                <a:schemeClr val="dk1"/>
              </a:buClr>
              <a:buSzPts val="2152"/>
              <a:buNone/>
              <a:defRPr sz="2152"/>
            </a:lvl2pPr>
            <a:lvl3pPr lvl="2" algn="ctr">
              <a:lnSpc>
                <a:spcPct val="100000"/>
              </a:lnSpc>
              <a:spcBef>
                <a:spcPts val="300"/>
              </a:spcBef>
              <a:spcAft>
                <a:spcPts val="0"/>
              </a:spcAft>
              <a:buClr>
                <a:schemeClr val="dk1"/>
              </a:buClr>
              <a:buSzPts val="1937"/>
              <a:buNone/>
              <a:defRPr sz="1937"/>
            </a:lvl3pPr>
            <a:lvl4pPr lvl="3" algn="ctr">
              <a:lnSpc>
                <a:spcPct val="100000"/>
              </a:lnSpc>
              <a:spcBef>
                <a:spcPts val="300"/>
              </a:spcBef>
              <a:spcAft>
                <a:spcPts val="0"/>
              </a:spcAft>
              <a:buClr>
                <a:schemeClr val="dk1"/>
              </a:buClr>
              <a:buSzPts val="1722"/>
              <a:buNone/>
              <a:defRPr sz="1722"/>
            </a:lvl4pPr>
            <a:lvl5pPr lvl="4" algn="ctr">
              <a:lnSpc>
                <a:spcPct val="100000"/>
              </a:lnSpc>
              <a:spcBef>
                <a:spcPts val="300"/>
              </a:spcBef>
              <a:spcAft>
                <a:spcPts val="0"/>
              </a:spcAft>
              <a:buClr>
                <a:schemeClr val="dk1"/>
              </a:buClr>
              <a:buSzPts val="1722"/>
              <a:buNone/>
              <a:defRPr sz="1722"/>
            </a:lvl5pPr>
            <a:lvl6pPr lvl="5" algn="ctr">
              <a:lnSpc>
                <a:spcPct val="90000"/>
              </a:lnSpc>
              <a:spcBef>
                <a:spcPts val="538"/>
              </a:spcBef>
              <a:spcAft>
                <a:spcPts val="0"/>
              </a:spcAft>
              <a:buClr>
                <a:schemeClr val="dk1"/>
              </a:buClr>
              <a:buSzPts val="1722"/>
              <a:buNone/>
              <a:defRPr sz="1722"/>
            </a:lvl6pPr>
            <a:lvl7pPr lvl="6" algn="ctr">
              <a:lnSpc>
                <a:spcPct val="90000"/>
              </a:lnSpc>
              <a:spcBef>
                <a:spcPts val="538"/>
              </a:spcBef>
              <a:spcAft>
                <a:spcPts val="0"/>
              </a:spcAft>
              <a:buClr>
                <a:schemeClr val="dk1"/>
              </a:buClr>
              <a:buSzPts val="1722"/>
              <a:buNone/>
              <a:defRPr sz="1722"/>
            </a:lvl7pPr>
            <a:lvl8pPr lvl="7" algn="ctr">
              <a:lnSpc>
                <a:spcPct val="90000"/>
              </a:lnSpc>
              <a:spcBef>
                <a:spcPts val="538"/>
              </a:spcBef>
              <a:spcAft>
                <a:spcPts val="0"/>
              </a:spcAft>
              <a:buClr>
                <a:schemeClr val="dk1"/>
              </a:buClr>
              <a:buSzPts val="1722"/>
              <a:buNone/>
              <a:defRPr sz="1722"/>
            </a:lvl8pPr>
            <a:lvl9pPr lvl="8" algn="ctr">
              <a:lnSpc>
                <a:spcPct val="90000"/>
              </a:lnSpc>
              <a:spcBef>
                <a:spcPts val="538"/>
              </a:spcBef>
              <a:spcAft>
                <a:spcPts val="0"/>
              </a:spcAft>
              <a:buClr>
                <a:schemeClr val="dk1"/>
              </a:buClr>
              <a:buSzPts val="1722"/>
              <a:buNone/>
              <a:defRPr sz="1722"/>
            </a:lvl9pPr>
          </a:lstStyle>
          <a:p/>
        </p:txBody>
      </p:sp>
      <p:sp>
        <p:nvSpPr>
          <p:cNvPr id="477" name="Google Shape;477;p30"/>
          <p:cNvSpPr txBox="1"/>
          <p:nvPr>
            <p:ph idx="2" type="body"/>
          </p:nvPr>
        </p:nvSpPr>
        <p:spPr>
          <a:xfrm>
            <a:off x="575436" y="2274481"/>
            <a:ext cx="8064000" cy="288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400"/>
              <a:buFont typeface="Arial"/>
              <a:buNone/>
              <a:defRPr sz="14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78" name="Google Shape;478;p30"/>
          <p:cNvSpPr txBox="1"/>
          <p:nvPr>
            <p:ph idx="3" type="body"/>
          </p:nvPr>
        </p:nvSpPr>
        <p:spPr>
          <a:xfrm>
            <a:off x="575435" y="3234673"/>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479" name="Google Shape;479;p30"/>
          <p:cNvSpPr txBox="1"/>
          <p:nvPr>
            <p:ph idx="4" type="body"/>
          </p:nvPr>
        </p:nvSpPr>
        <p:spPr>
          <a:xfrm>
            <a:off x="575436" y="3702537"/>
            <a:ext cx="3061062" cy="3600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lvl1pPr>
            <a:lvl2pPr indent="-228600" lvl="1" marL="914400" algn="l">
              <a:lnSpc>
                <a:spcPct val="100000"/>
              </a:lnSpc>
              <a:spcBef>
                <a:spcPts val="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grpSp>
        <p:nvGrpSpPr>
          <p:cNvPr id="480" name="Google Shape;480;p30"/>
          <p:cNvGrpSpPr/>
          <p:nvPr/>
        </p:nvGrpSpPr>
        <p:grpSpPr>
          <a:xfrm>
            <a:off x="7376132" y="4502225"/>
            <a:ext cx="1041921" cy="284869"/>
            <a:chOff x="3687406" y="3241957"/>
            <a:chExt cx="3273892" cy="895106"/>
          </a:xfrm>
        </p:grpSpPr>
        <p:sp>
          <p:nvSpPr>
            <p:cNvPr id="481" name="Google Shape;481;p30"/>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2" name="Google Shape;482;p30"/>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3" name="Google Shape;483;p30"/>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4" name="Google Shape;484;p30"/>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5" name="Google Shape;485;p30"/>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6" name="Google Shape;486;p30"/>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7" name="Google Shape;487;p30"/>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8" name="Google Shape;488;p30"/>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89" name="Google Shape;489;p30"/>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0" name="Google Shape;490;p30"/>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1" name="Google Shape;491;p30"/>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2" name="Google Shape;492;p30"/>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3" name="Google Shape;493;p30"/>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4" name="Google Shape;494;p30"/>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5" name="Google Shape;495;p30"/>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6" name="Google Shape;496;p30"/>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7" name="Google Shape;497;p30"/>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8" name="Google Shape;498;p30"/>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499" name="Google Shape;499;p30"/>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0" name="Google Shape;500;p30"/>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1" name="Google Shape;501;p30"/>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2" name="Google Shape;502;p30"/>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3" name="Google Shape;503;p30"/>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4" name="Google Shape;504;p30"/>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5" name="Google Shape;505;p30"/>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6" name="Google Shape;506;p30"/>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7" name="Google Shape;507;p30"/>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8" name="Google Shape;508;p30"/>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09" name="Google Shape;509;p30"/>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510" name="Google Shape;510;p30"/>
          <p:cNvSpPr txBox="1"/>
          <p:nvPr>
            <p:ph idx="5" type="body"/>
          </p:nvPr>
        </p:nvSpPr>
        <p:spPr>
          <a:xfrm>
            <a:off x="575436" y="3476599"/>
            <a:ext cx="3061062" cy="20160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300"/>
              </a:spcBef>
              <a:spcAft>
                <a:spcPts val="0"/>
              </a:spcAft>
              <a:buClr>
                <a:schemeClr val="dk1"/>
              </a:buClr>
              <a:buSzPts val="1800"/>
              <a:buNone/>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pic>
        <p:nvPicPr>
          <p:cNvPr id="511" name="Google Shape;511;p30"/>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grpSp>
        <p:nvGrpSpPr>
          <p:cNvPr id="512" name="Google Shape;512;p30"/>
          <p:cNvGrpSpPr/>
          <p:nvPr/>
        </p:nvGrpSpPr>
        <p:grpSpPr>
          <a:xfrm>
            <a:off x="7298885" y="177800"/>
            <a:ext cx="1674242" cy="416854"/>
            <a:chOff x="7362825" y="177800"/>
            <a:chExt cx="1674242" cy="416854"/>
          </a:xfrm>
        </p:grpSpPr>
        <p:sp>
          <p:nvSpPr>
            <p:cNvPr id="513" name="Google Shape;513;p30"/>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514" name="Google Shape;514;p30"/>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515" name="Google Shape;515;p30"/>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Prepared by:</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Handling:</a:t>
              </a:r>
              <a:endParaRPr/>
            </a:p>
          </p:txBody>
        </p:sp>
        <p:sp>
          <p:nvSpPr>
            <p:cNvPr id="516" name="Google Shape;516;p30"/>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Taro Fuji, XXXXXXX Div. (Jan 1, 2023)</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 type="secHead">
  <p:cSld name="SECTION_HEADER">
    <p:spTree>
      <p:nvGrpSpPr>
        <p:cNvPr id="517" name="Shape 517"/>
        <p:cNvGrpSpPr/>
        <p:nvPr/>
      </p:nvGrpSpPr>
      <p:grpSpPr>
        <a:xfrm>
          <a:off x="0" y="0"/>
          <a:ext cx="0" cy="0"/>
          <a:chOff x="0" y="0"/>
          <a:chExt cx="0" cy="0"/>
        </a:xfrm>
      </p:grpSpPr>
      <p:sp>
        <p:nvSpPr>
          <p:cNvPr id="518" name="Google Shape;518;p31"/>
          <p:cNvSpPr txBox="1"/>
          <p:nvPr>
            <p:ph type="title"/>
          </p:nvPr>
        </p:nvSpPr>
        <p:spPr>
          <a:xfrm>
            <a:off x="1187624" y="1825139"/>
            <a:ext cx="7469072" cy="79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9" name="Google Shape;519;p31"/>
          <p:cNvSpPr txBox="1"/>
          <p:nvPr>
            <p:ph idx="1" type="body"/>
          </p:nvPr>
        </p:nvSpPr>
        <p:spPr>
          <a:xfrm>
            <a:off x="1187624" y="2781410"/>
            <a:ext cx="7469072" cy="432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Font typeface="Arial"/>
              <a:buNone/>
              <a:defRPr sz="1100">
                <a:solidFill>
                  <a:schemeClr val="dk1"/>
                </a:solidFill>
              </a:defRPr>
            </a:lvl1pPr>
            <a:lvl2pPr indent="-228600" lvl="1" marL="914400" algn="l">
              <a:lnSpc>
                <a:spcPct val="100000"/>
              </a:lnSpc>
              <a:spcBef>
                <a:spcPts val="0"/>
              </a:spcBef>
              <a:spcAft>
                <a:spcPts val="0"/>
              </a:spcAft>
              <a:buClr>
                <a:srgbClr val="888888"/>
              </a:buClr>
              <a:buSzPts val="2152"/>
              <a:buNone/>
              <a:defRPr sz="2152">
                <a:solidFill>
                  <a:srgbClr val="888888"/>
                </a:solidFill>
              </a:defRPr>
            </a:lvl2pPr>
            <a:lvl3pPr indent="-228600" lvl="2" marL="1371600" algn="l">
              <a:lnSpc>
                <a:spcPct val="100000"/>
              </a:lnSpc>
              <a:spcBef>
                <a:spcPts val="300"/>
              </a:spcBef>
              <a:spcAft>
                <a:spcPts val="0"/>
              </a:spcAft>
              <a:buClr>
                <a:srgbClr val="888888"/>
              </a:buClr>
              <a:buSzPts val="1937"/>
              <a:buNone/>
              <a:defRPr sz="1937">
                <a:solidFill>
                  <a:srgbClr val="888888"/>
                </a:solidFill>
              </a:defRPr>
            </a:lvl3pPr>
            <a:lvl4pPr indent="-228600" lvl="3" marL="1828800" algn="l">
              <a:lnSpc>
                <a:spcPct val="100000"/>
              </a:lnSpc>
              <a:spcBef>
                <a:spcPts val="300"/>
              </a:spcBef>
              <a:spcAft>
                <a:spcPts val="0"/>
              </a:spcAft>
              <a:buClr>
                <a:srgbClr val="888888"/>
              </a:buClr>
              <a:buSzPts val="1722"/>
              <a:buNone/>
              <a:defRPr sz="1722">
                <a:solidFill>
                  <a:srgbClr val="888888"/>
                </a:solidFill>
              </a:defRPr>
            </a:lvl4pPr>
            <a:lvl5pPr indent="-228600" lvl="4" marL="2286000" algn="l">
              <a:lnSpc>
                <a:spcPct val="100000"/>
              </a:lnSpc>
              <a:spcBef>
                <a:spcPts val="300"/>
              </a:spcBef>
              <a:spcAft>
                <a:spcPts val="0"/>
              </a:spcAft>
              <a:buClr>
                <a:srgbClr val="888888"/>
              </a:buClr>
              <a:buSzPts val="1722"/>
              <a:buNone/>
              <a:defRPr sz="1722">
                <a:solidFill>
                  <a:srgbClr val="888888"/>
                </a:solidFill>
              </a:defRPr>
            </a:lvl5pPr>
            <a:lvl6pPr indent="-228600" lvl="5" marL="2743200" algn="l">
              <a:lnSpc>
                <a:spcPct val="90000"/>
              </a:lnSpc>
              <a:spcBef>
                <a:spcPts val="538"/>
              </a:spcBef>
              <a:spcAft>
                <a:spcPts val="0"/>
              </a:spcAft>
              <a:buClr>
                <a:srgbClr val="888888"/>
              </a:buClr>
              <a:buSzPts val="1722"/>
              <a:buNone/>
              <a:defRPr sz="1722">
                <a:solidFill>
                  <a:srgbClr val="888888"/>
                </a:solidFill>
              </a:defRPr>
            </a:lvl6pPr>
            <a:lvl7pPr indent="-228600" lvl="6" marL="3200400" algn="l">
              <a:lnSpc>
                <a:spcPct val="90000"/>
              </a:lnSpc>
              <a:spcBef>
                <a:spcPts val="538"/>
              </a:spcBef>
              <a:spcAft>
                <a:spcPts val="0"/>
              </a:spcAft>
              <a:buClr>
                <a:srgbClr val="888888"/>
              </a:buClr>
              <a:buSzPts val="1722"/>
              <a:buNone/>
              <a:defRPr sz="1722">
                <a:solidFill>
                  <a:srgbClr val="888888"/>
                </a:solidFill>
              </a:defRPr>
            </a:lvl7pPr>
            <a:lvl8pPr indent="-228600" lvl="7" marL="3657600" algn="l">
              <a:lnSpc>
                <a:spcPct val="90000"/>
              </a:lnSpc>
              <a:spcBef>
                <a:spcPts val="538"/>
              </a:spcBef>
              <a:spcAft>
                <a:spcPts val="0"/>
              </a:spcAft>
              <a:buClr>
                <a:srgbClr val="888888"/>
              </a:buClr>
              <a:buSzPts val="1722"/>
              <a:buNone/>
              <a:defRPr sz="1722">
                <a:solidFill>
                  <a:srgbClr val="888888"/>
                </a:solidFill>
              </a:defRPr>
            </a:lvl8pPr>
            <a:lvl9pPr indent="-228600" lvl="8" marL="4114800" algn="l">
              <a:lnSpc>
                <a:spcPct val="90000"/>
              </a:lnSpc>
              <a:spcBef>
                <a:spcPts val="538"/>
              </a:spcBef>
              <a:spcAft>
                <a:spcPts val="0"/>
              </a:spcAft>
              <a:buClr>
                <a:srgbClr val="888888"/>
              </a:buClr>
              <a:buSzPts val="1722"/>
              <a:buNone/>
              <a:defRPr sz="1722">
                <a:solidFill>
                  <a:srgbClr val="888888"/>
                </a:solidFill>
              </a:defRPr>
            </a:lvl9pPr>
          </a:lstStyle>
          <a:p/>
        </p:txBody>
      </p:sp>
      <p:sp>
        <p:nvSpPr>
          <p:cNvPr id="520" name="Google Shape;520;p31"/>
          <p:cNvSpPr txBox="1"/>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lang="en-US" sz="1000">
                <a:solidFill>
                  <a:schemeClr val="dk1"/>
                </a:solidFill>
                <a:latin typeface="Arial"/>
                <a:ea typeface="Arial"/>
                <a:cs typeface="Arial"/>
                <a:sym typeface="Arial"/>
              </a:rPr>
              <a:t>‹#›</a:t>
            </a:fld>
            <a:endParaRPr sz="1000">
              <a:solidFill>
                <a:schemeClr val="dk1"/>
              </a:solidFill>
              <a:latin typeface="Arial"/>
              <a:ea typeface="Arial"/>
              <a:cs typeface="Arial"/>
              <a:sym typeface="Arial"/>
            </a:endParaRPr>
          </a:p>
        </p:txBody>
      </p:sp>
      <p:pic>
        <p:nvPicPr>
          <p:cNvPr id="521" name="Google Shape;521;p31"/>
          <p:cNvPicPr preferRelativeResize="0"/>
          <p:nvPr/>
        </p:nvPicPr>
        <p:blipFill rotWithShape="1">
          <a:blip r:embed="rId2">
            <a:alphaModFix/>
          </a:blip>
          <a:srcRect b="0" l="0" r="0" t="0"/>
          <a:stretch/>
        </p:blipFill>
        <p:spPr>
          <a:xfrm>
            <a:off x="0" y="2449561"/>
            <a:ext cx="1029600" cy="36000"/>
          </a:xfrm>
          <a:prstGeom prst="rect">
            <a:avLst/>
          </a:prstGeom>
          <a:noFill/>
          <a:ln>
            <a:noFill/>
          </a:ln>
        </p:spPr>
      </p:pic>
      <p:sp>
        <p:nvSpPr>
          <p:cNvPr id="522" name="Google Shape;522;p31"/>
          <p:cNvSpPr/>
          <p:nvPr/>
        </p:nvSpPr>
        <p:spPr>
          <a:xfrm>
            <a:off x="45718" y="630105"/>
            <a:ext cx="9072000" cy="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741">
          <p15:clr>
            <a:srgbClr val="FBAE40"/>
          </p15:clr>
        </p15:guide>
        <p15:guide id="3" orient="horz" pos="1650">
          <p15:clr>
            <a:srgbClr val="FBAE40"/>
          </p15:clr>
        </p15:guide>
        <p15:guide id="4" orient="horz" pos="315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p:cSld name="タイトルとコンテンツ">
    <p:spTree>
      <p:nvGrpSpPr>
        <p:cNvPr id="523" name="Shape 523"/>
        <p:cNvGrpSpPr/>
        <p:nvPr/>
      </p:nvGrpSpPr>
      <p:grpSpPr>
        <a:xfrm>
          <a:off x="0" y="0"/>
          <a:ext cx="0" cy="0"/>
          <a:chOff x="0" y="0"/>
          <a:chExt cx="0" cy="0"/>
        </a:xfrm>
      </p:grpSpPr>
      <p:sp>
        <p:nvSpPr>
          <p:cNvPr id="524" name="Google Shape;524;p3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25" name="Google Shape;525;p32"/>
          <p:cNvSpPr txBox="1"/>
          <p:nvPr>
            <p:ph idx="1" type="body"/>
          </p:nvPr>
        </p:nvSpPr>
        <p:spPr>
          <a:xfrm>
            <a:off x="539552" y="868957"/>
            <a:ext cx="8075811"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526" name="Google Shape;526;p32"/>
          <p:cNvSpPr txBox="1"/>
          <p:nvPr>
            <p:ph type="title"/>
          </p:nvPr>
        </p:nvSpPr>
        <p:spPr>
          <a:xfrm>
            <a:off x="539552" y="116531"/>
            <a:ext cx="6048000" cy="47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7" name="Google Shape;527;p32"/>
          <p:cNvSpPr/>
          <p:nvPr/>
        </p:nvSpPr>
        <p:spPr>
          <a:xfrm>
            <a:off x="7308304" y="116531"/>
            <a:ext cx="1728192" cy="475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_2段">
  <p:cSld name="タイトルとコンテンツ_2段">
    <p:spTree>
      <p:nvGrpSpPr>
        <p:cNvPr id="528" name="Shape 528"/>
        <p:cNvGrpSpPr/>
        <p:nvPr/>
      </p:nvGrpSpPr>
      <p:grpSpPr>
        <a:xfrm>
          <a:off x="0" y="0"/>
          <a:ext cx="0" cy="0"/>
          <a:chOff x="0" y="0"/>
          <a:chExt cx="0" cy="0"/>
        </a:xfrm>
      </p:grpSpPr>
      <p:sp>
        <p:nvSpPr>
          <p:cNvPr id="529" name="Google Shape;529;p33"/>
          <p:cNvSpPr txBox="1"/>
          <p:nvPr>
            <p:ph type="title"/>
          </p:nvPr>
        </p:nvSpPr>
        <p:spPr>
          <a:xfrm>
            <a:off x="539952" y="113734"/>
            <a:ext cx="6048000"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0" name="Google Shape;530;p3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31" name="Google Shape;531;p33"/>
          <p:cNvSpPr txBox="1"/>
          <p:nvPr>
            <p:ph idx="1" type="body"/>
          </p:nvPr>
        </p:nvSpPr>
        <p:spPr>
          <a:xfrm>
            <a:off x="540352" y="868959"/>
            <a:ext cx="3600000" cy="382686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532" name="Google Shape;532;p33"/>
          <p:cNvSpPr txBox="1"/>
          <p:nvPr>
            <p:ph idx="2" type="body"/>
          </p:nvPr>
        </p:nvSpPr>
        <p:spPr>
          <a:xfrm>
            <a:off x="5004047" y="868957"/>
            <a:ext cx="3611315" cy="382686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a:lvl1pPr>
            <a:lvl2pPr indent="-228600" lvl="1" marL="914400" algn="l">
              <a:lnSpc>
                <a:spcPct val="100000"/>
              </a:lnSpc>
              <a:spcBef>
                <a:spcPts val="300"/>
              </a:spcBef>
              <a:spcAft>
                <a:spcPts val="0"/>
              </a:spcAft>
              <a:buClr>
                <a:schemeClr val="dk1"/>
              </a:buClr>
              <a:buSzPts val="1300"/>
              <a:buNone/>
              <a:defRPr/>
            </a:lvl2pPr>
            <a:lvl3pPr indent="-298450" lvl="2" marL="1371600" algn="l">
              <a:lnSpc>
                <a:spcPct val="100000"/>
              </a:lnSpc>
              <a:spcBef>
                <a:spcPts val="300"/>
              </a:spcBef>
              <a:spcAft>
                <a:spcPts val="0"/>
              </a:spcAft>
              <a:buClr>
                <a:schemeClr val="dk1"/>
              </a:buClr>
              <a:buSzPts val="1100"/>
              <a:buChar char="‒"/>
              <a:defRPr/>
            </a:lvl3pPr>
            <a:lvl4pPr indent="-298450" lvl="3" marL="1828800" algn="l">
              <a:lnSpc>
                <a:spcPct val="100000"/>
              </a:lnSpc>
              <a:spcBef>
                <a:spcPts val="300"/>
              </a:spcBef>
              <a:spcAft>
                <a:spcPts val="0"/>
              </a:spcAft>
              <a:buClr>
                <a:schemeClr val="dk1"/>
              </a:buClr>
              <a:buSzPts val="1100"/>
              <a:buChar char="•"/>
              <a:defRPr/>
            </a:lvl4pPr>
            <a:lvl5pPr indent="-298450" lvl="4" marL="2286000" algn="l">
              <a:lnSpc>
                <a:spcPct val="100000"/>
              </a:lnSpc>
              <a:spcBef>
                <a:spcPts val="300"/>
              </a:spcBef>
              <a:spcAft>
                <a:spcPts val="0"/>
              </a:spcAft>
              <a:buClr>
                <a:schemeClr val="dk1"/>
              </a:buClr>
              <a:buSzPts val="1100"/>
              <a:buChar char="‒"/>
              <a:defRPr/>
            </a:lvl5pPr>
            <a:lvl6pPr indent="-342900" lvl="5" marL="2743200" algn="l">
              <a:lnSpc>
                <a:spcPct val="90000"/>
              </a:lnSpc>
              <a:spcBef>
                <a:spcPts val="538"/>
              </a:spcBef>
              <a:spcAft>
                <a:spcPts val="0"/>
              </a:spcAft>
              <a:buClr>
                <a:schemeClr val="dk1"/>
              </a:buClr>
              <a:buSzPts val="1800"/>
              <a:buChar char="•"/>
              <a:defRPr/>
            </a:lvl6pPr>
            <a:lvl7pPr indent="-342900" lvl="6" marL="3200400" algn="l">
              <a:lnSpc>
                <a:spcPct val="90000"/>
              </a:lnSpc>
              <a:spcBef>
                <a:spcPts val="538"/>
              </a:spcBef>
              <a:spcAft>
                <a:spcPts val="0"/>
              </a:spcAft>
              <a:buClr>
                <a:schemeClr val="dk1"/>
              </a:buClr>
              <a:buSzPts val="1800"/>
              <a:buChar char="•"/>
              <a:defRPr/>
            </a:lvl7pPr>
            <a:lvl8pPr indent="-342900" lvl="7" marL="3657600" algn="l">
              <a:lnSpc>
                <a:spcPct val="90000"/>
              </a:lnSpc>
              <a:spcBef>
                <a:spcPts val="538"/>
              </a:spcBef>
              <a:spcAft>
                <a:spcPts val="0"/>
              </a:spcAft>
              <a:buClr>
                <a:schemeClr val="dk1"/>
              </a:buClr>
              <a:buSzPts val="1800"/>
              <a:buChar char="•"/>
              <a:defRPr/>
            </a:lvl8pPr>
            <a:lvl9pPr indent="-342900" lvl="8" marL="4114800" algn="l">
              <a:lnSpc>
                <a:spcPct val="90000"/>
              </a:lnSpc>
              <a:spcBef>
                <a:spcPts val="538"/>
              </a:spcBef>
              <a:spcAft>
                <a:spcPts val="0"/>
              </a:spcAft>
              <a:buClr>
                <a:schemeClr val="dk1"/>
              </a:buClr>
              <a:buSzPts val="1800"/>
              <a:buChar char="•"/>
              <a:defRPr/>
            </a:lvl9pPr>
          </a:lstStyle>
          <a:p/>
        </p:txBody>
      </p:sp>
      <p:sp>
        <p:nvSpPr>
          <p:cNvPr id="533" name="Google Shape;533;p33"/>
          <p:cNvSpPr/>
          <p:nvPr/>
        </p:nvSpPr>
        <p:spPr>
          <a:xfrm>
            <a:off x="7308304" y="116531"/>
            <a:ext cx="1728192" cy="475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608">
          <p15:clr>
            <a:srgbClr val="FBAE40"/>
          </p15:clr>
        </p15:guide>
        <p15:guide id="2" pos="340">
          <p15:clr>
            <a:srgbClr val="FBAE40"/>
          </p15:clr>
        </p15:guide>
        <p15:guide id="3" pos="3152">
          <p15:clr>
            <a:srgbClr val="FBAE40"/>
          </p15:clr>
        </p15:guide>
        <p15:guide id="4" pos="5427">
          <p15:clr>
            <a:srgbClr val="FBAE40"/>
          </p15:clr>
        </p15:guide>
        <p15:guide id="5" orient="horz" pos="547">
          <p15:clr>
            <a:srgbClr val="FBAE40"/>
          </p15:clr>
        </p15:guide>
        <p15:guide id="6" orient="horz" pos="1756">
          <p15:clr>
            <a:srgbClr val="FBAE40"/>
          </p15:clr>
        </p15:guide>
        <p15:guide id="7" orient="horz" pos="2958">
          <p15:clr>
            <a:srgbClr val="FBAE40"/>
          </p15:clr>
        </p15:guide>
        <p15:guide id="8" orient="horz" pos="31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p:cSld name="タイトルのみ">
    <p:spTree>
      <p:nvGrpSpPr>
        <p:cNvPr id="534" name="Shape 534"/>
        <p:cNvGrpSpPr/>
        <p:nvPr/>
      </p:nvGrpSpPr>
      <p:grpSpPr>
        <a:xfrm>
          <a:off x="0" y="0"/>
          <a:ext cx="0" cy="0"/>
          <a:chOff x="0" y="0"/>
          <a:chExt cx="0" cy="0"/>
        </a:xfrm>
      </p:grpSpPr>
      <p:sp>
        <p:nvSpPr>
          <p:cNvPr id="535" name="Google Shape;535;p34"/>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7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6" name="Google Shape;536;p3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37" name="Google Shape;537;p34"/>
          <p:cNvSpPr/>
          <p:nvPr/>
        </p:nvSpPr>
        <p:spPr>
          <a:xfrm>
            <a:off x="7308304" y="116531"/>
            <a:ext cx="1728192" cy="475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547">
          <p15:clr>
            <a:srgbClr val="FBAE40"/>
          </p15:clr>
        </p15:guide>
        <p15:guide id="2" orient="horz" pos="2958">
          <p15:clr>
            <a:srgbClr val="FBAE40"/>
          </p15:clr>
        </p15:guide>
        <p15:guide id="3" pos="5427">
          <p15:clr>
            <a:srgbClr val="FBAE40"/>
          </p15:clr>
        </p15:guide>
        <p15:guide id="4" pos="340">
          <p15:clr>
            <a:srgbClr val="FBAE40"/>
          </p15:clr>
        </p15:guide>
        <p15:guide id="5" pos="2880">
          <p15:clr>
            <a:srgbClr val="FBAE40"/>
          </p15:clr>
        </p15:guide>
        <p15:guide id="6" orient="horz" pos="1756">
          <p15:clr>
            <a:srgbClr val="FBAE40"/>
          </p15:clr>
        </p15:guide>
        <p15:guide id="7" orient="horz" pos="315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ページ" showMasterSp="0" type="blank">
  <p:cSld name="BLANK">
    <p:spTree>
      <p:nvGrpSpPr>
        <p:cNvPr id="538" name="Shape 538"/>
        <p:cNvGrpSpPr/>
        <p:nvPr/>
      </p:nvGrpSpPr>
      <p:grpSpPr>
        <a:xfrm>
          <a:off x="0" y="0"/>
          <a:ext cx="0" cy="0"/>
          <a:chOff x="0" y="0"/>
          <a:chExt cx="0" cy="0"/>
        </a:xfrm>
      </p:grpSpPr>
      <p:grpSp>
        <p:nvGrpSpPr>
          <p:cNvPr id="539" name="Google Shape;539;p35"/>
          <p:cNvGrpSpPr/>
          <p:nvPr/>
        </p:nvGrpSpPr>
        <p:grpSpPr>
          <a:xfrm>
            <a:off x="3218540" y="2201517"/>
            <a:ext cx="2702969" cy="739012"/>
            <a:chOff x="3687406" y="3241957"/>
            <a:chExt cx="3273892" cy="895106"/>
          </a:xfrm>
        </p:grpSpPr>
        <p:sp>
          <p:nvSpPr>
            <p:cNvPr id="540" name="Google Shape;540;p35"/>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1" name="Google Shape;541;p35"/>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2" name="Google Shape;542;p35"/>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3" name="Google Shape;543;p35"/>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4" name="Google Shape;544;p35"/>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5" name="Google Shape;545;p35"/>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6" name="Google Shape;546;p35"/>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7" name="Google Shape;547;p35"/>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8" name="Google Shape;548;p35"/>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49" name="Google Shape;549;p35"/>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0" name="Google Shape;550;p35"/>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1" name="Google Shape;551;p35"/>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2" name="Google Shape;552;p35"/>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3" name="Google Shape;553;p35"/>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4" name="Google Shape;554;p35"/>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5" name="Google Shape;555;p35"/>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6" name="Google Shape;556;p35"/>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7" name="Google Shape;557;p35"/>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8" name="Google Shape;558;p35"/>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59" name="Google Shape;559;p35"/>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0" name="Google Shape;560;p35"/>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1" name="Google Shape;561;p35"/>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2" name="Google Shape;562;p35"/>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3" name="Google Shape;563;p35"/>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4" name="Google Shape;564;p35"/>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5" name="Google Shape;565;p35"/>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6" name="Google Shape;566;p35"/>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7" name="Google Shape;567;p35"/>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68" name="Google Shape;568;p35"/>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最終ページ" showMasterSp="0">
  <p:cSld name="1_最終ページ">
    <p:spTree>
      <p:nvGrpSpPr>
        <p:cNvPr id="569" name="Shape 569"/>
        <p:cNvGrpSpPr/>
        <p:nvPr/>
      </p:nvGrpSpPr>
      <p:grpSpPr>
        <a:xfrm>
          <a:off x="0" y="0"/>
          <a:ext cx="0" cy="0"/>
          <a:chOff x="0" y="0"/>
          <a:chExt cx="0" cy="0"/>
        </a:xfrm>
      </p:grpSpPr>
      <p:sp>
        <p:nvSpPr>
          <p:cNvPr id="570" name="Google Shape;570;p36"/>
          <p:cNvSpPr/>
          <p:nvPr/>
        </p:nvSpPr>
        <p:spPr>
          <a:xfrm>
            <a:off x="0" y="-23387"/>
            <a:ext cx="9144000" cy="5143500"/>
          </a:xfrm>
          <a:prstGeom prst="rect">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grpSp>
        <p:nvGrpSpPr>
          <p:cNvPr id="571" name="Google Shape;571;p36"/>
          <p:cNvGrpSpPr/>
          <p:nvPr/>
        </p:nvGrpSpPr>
        <p:grpSpPr>
          <a:xfrm>
            <a:off x="3218540" y="2201517"/>
            <a:ext cx="2702969" cy="739012"/>
            <a:chOff x="3687406" y="3241957"/>
            <a:chExt cx="3273892" cy="895106"/>
          </a:xfrm>
        </p:grpSpPr>
        <p:sp>
          <p:nvSpPr>
            <p:cNvPr id="572" name="Google Shape;572;p36"/>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3" name="Google Shape;573;p36"/>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4" name="Google Shape;574;p36"/>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5" name="Google Shape;575;p36"/>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6" name="Google Shape;576;p36"/>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7" name="Google Shape;577;p36"/>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8" name="Google Shape;578;p36"/>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79" name="Google Shape;579;p36"/>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0" name="Google Shape;580;p36"/>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1" name="Google Shape;581;p36"/>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2" name="Google Shape;582;p36"/>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3" name="Google Shape;583;p36"/>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4" name="Google Shape;584;p36"/>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5" name="Google Shape;585;p36"/>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6" name="Google Shape;586;p36"/>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7" name="Google Shape;587;p36"/>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8" name="Google Shape;588;p36"/>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89" name="Google Shape;589;p36"/>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0" name="Google Shape;590;p36"/>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1" name="Google Shape;591;p36"/>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2" name="Google Shape;592;p36"/>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3" name="Google Shape;593;p36"/>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4" name="Google Shape;594;p36"/>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5" name="Google Shape;595;p36"/>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6" name="Google Shape;596;p36"/>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7" name="Google Shape;597;p36"/>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8" name="Google Shape;598;p36"/>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599" name="Google Shape;599;p36"/>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00" name="Google Shape;600;p36"/>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sp>
        <p:nvSpPr>
          <p:cNvPr id="601" name="Google Shape;601;p36"/>
          <p:cNvSpPr/>
          <p:nvPr/>
        </p:nvSpPr>
        <p:spPr>
          <a:xfrm>
            <a:off x="87399" y="64087"/>
            <a:ext cx="8856984" cy="4968551"/>
          </a:xfrm>
          <a:prstGeom prst="rect">
            <a:avLst/>
          </a:prstGeom>
          <a:solidFill>
            <a:schemeClr val="l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02" name="Google Shape;602;p36"/>
          <p:cNvSpPr txBox="1"/>
          <p:nvPr/>
        </p:nvSpPr>
        <p:spPr>
          <a:xfrm>
            <a:off x="1833953" y="80314"/>
            <a:ext cx="5617415" cy="31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26">
                <a:solidFill>
                  <a:schemeClr val="dk1"/>
                </a:solidFill>
                <a:latin typeface="Arial"/>
                <a:ea typeface="Arial"/>
                <a:cs typeface="Arial"/>
                <a:sym typeface="Arial"/>
              </a:rPr>
              <a:t>MY ASPIRATIONS AS A MEMBER OF THE FUJIFILM GROUP</a:t>
            </a:r>
            <a:endParaRPr b="1" sz="1426">
              <a:solidFill>
                <a:schemeClr val="dk1"/>
              </a:solidFill>
              <a:latin typeface="Arial"/>
              <a:ea typeface="Arial"/>
              <a:cs typeface="Arial"/>
              <a:sym typeface="Arial"/>
            </a:endParaRPr>
          </a:p>
        </p:txBody>
      </p:sp>
      <p:sp>
        <p:nvSpPr>
          <p:cNvPr id="603" name="Google Shape;603;p36"/>
          <p:cNvSpPr txBox="1"/>
          <p:nvPr/>
        </p:nvSpPr>
        <p:spPr>
          <a:xfrm>
            <a:off x="6732240" y="4674281"/>
            <a:ext cx="1243884" cy="31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26">
                <a:solidFill>
                  <a:schemeClr val="dk1"/>
                </a:solidFill>
                <a:latin typeface="Arial"/>
                <a:ea typeface="Arial"/>
                <a:cs typeface="Arial"/>
                <a:sym typeface="Arial"/>
              </a:rPr>
              <a:t>Date:</a:t>
            </a:r>
            <a:endParaRPr b="1" sz="1426">
              <a:solidFill>
                <a:schemeClr val="dk1"/>
              </a:solidFill>
              <a:latin typeface="Arial"/>
              <a:ea typeface="Arial"/>
              <a:cs typeface="Arial"/>
              <a:sym typeface="Arial"/>
            </a:endParaRPr>
          </a:p>
        </p:txBody>
      </p:sp>
      <p:sp>
        <p:nvSpPr>
          <p:cNvPr id="604" name="Google Shape;604;p36"/>
          <p:cNvSpPr txBox="1"/>
          <p:nvPr/>
        </p:nvSpPr>
        <p:spPr>
          <a:xfrm>
            <a:off x="88256" y="4649409"/>
            <a:ext cx="1243884" cy="31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26">
                <a:solidFill>
                  <a:schemeClr val="dk1"/>
                </a:solidFill>
                <a:latin typeface="Arial"/>
                <a:ea typeface="Arial"/>
                <a:cs typeface="Arial"/>
                <a:sym typeface="Arial"/>
              </a:rPr>
              <a:t>Name: </a:t>
            </a:r>
            <a:endParaRPr b="1" sz="1426">
              <a:solidFill>
                <a:schemeClr val="dk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orient="horz" pos="16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タイトル スライド" showMasterSp="0">
  <p:cSld name="5_タイトル スライド">
    <p:bg>
      <p:bgPr>
        <a:solidFill>
          <a:schemeClr val="lt1"/>
        </a:solidFill>
      </p:bgPr>
    </p:bg>
    <p:spTree>
      <p:nvGrpSpPr>
        <p:cNvPr id="605" name="Shape 605"/>
        <p:cNvGrpSpPr/>
        <p:nvPr/>
      </p:nvGrpSpPr>
      <p:grpSpPr>
        <a:xfrm>
          <a:off x="0" y="0"/>
          <a:ext cx="0" cy="0"/>
          <a:chOff x="0" y="0"/>
          <a:chExt cx="0" cy="0"/>
        </a:xfrm>
      </p:grpSpPr>
      <p:sp>
        <p:nvSpPr>
          <p:cNvPr id="606" name="Google Shape;606;p3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
        <p:nvSpPr>
          <p:cNvPr id="607" name="Google Shape;607;p3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26">
                <a:solidFill>
                  <a:schemeClr val="dk1"/>
                </a:solidFill>
                <a:latin typeface="Arial"/>
                <a:ea typeface="Arial"/>
                <a:cs typeface="Arial"/>
                <a:sym typeface="Arial"/>
              </a:defRPr>
            </a:lvl1pPr>
            <a:lvl2pPr lvl="1" marR="0" rtl="0" algn="l">
              <a:spcBef>
                <a:spcPts val="0"/>
              </a:spcBef>
              <a:spcAft>
                <a:spcPts val="0"/>
              </a:spcAft>
              <a:buSzPts val="1400"/>
              <a:buNone/>
              <a:defRPr b="0" i="0" sz="1426"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426"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426"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426"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426"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426"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426"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426"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表紙1" showMasterSp="0">
  <p:cSld name="6_表紙1">
    <p:spTree>
      <p:nvGrpSpPr>
        <p:cNvPr id="608" name="Shape 608"/>
        <p:cNvGrpSpPr/>
        <p:nvPr/>
      </p:nvGrpSpPr>
      <p:grpSpPr>
        <a:xfrm>
          <a:off x="0" y="0"/>
          <a:ext cx="0" cy="0"/>
          <a:chOff x="0" y="0"/>
          <a:chExt cx="0" cy="0"/>
        </a:xfrm>
      </p:grpSpPr>
      <p:pic>
        <p:nvPicPr>
          <p:cNvPr id="609" name="Google Shape;609;p38"/>
          <p:cNvPicPr preferRelativeResize="0"/>
          <p:nvPr/>
        </p:nvPicPr>
        <p:blipFill rotWithShape="1">
          <a:blip r:embed="rId2">
            <a:alphaModFix/>
          </a:blip>
          <a:srcRect b="0" l="0" r="0" t="0"/>
          <a:stretch/>
        </p:blipFill>
        <p:spPr>
          <a:xfrm>
            <a:off x="0" y="0"/>
            <a:ext cx="9144000" cy="1970532"/>
          </a:xfrm>
          <a:prstGeom prst="rect">
            <a:avLst/>
          </a:prstGeom>
          <a:noFill/>
          <a:ln>
            <a:noFill/>
          </a:ln>
        </p:spPr>
      </p:pic>
      <p:grpSp>
        <p:nvGrpSpPr>
          <p:cNvPr id="610" name="Google Shape;610;p38"/>
          <p:cNvGrpSpPr/>
          <p:nvPr/>
        </p:nvGrpSpPr>
        <p:grpSpPr>
          <a:xfrm>
            <a:off x="7376132" y="4502225"/>
            <a:ext cx="1041921" cy="284869"/>
            <a:chOff x="3687406" y="3241957"/>
            <a:chExt cx="3273892" cy="895106"/>
          </a:xfrm>
        </p:grpSpPr>
        <p:sp>
          <p:nvSpPr>
            <p:cNvPr id="611" name="Google Shape;611;p38"/>
            <p:cNvSpPr/>
            <p:nvPr/>
          </p:nvSpPr>
          <p:spPr>
            <a:xfrm>
              <a:off x="6043094" y="3241957"/>
              <a:ext cx="322966" cy="530587"/>
            </a:xfrm>
            <a:custGeom>
              <a:rect b="b" l="l" r="r" t="t"/>
              <a:pathLst>
                <a:path extrusionOk="0" h="530586" w="322965">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2" name="Google Shape;612;p38"/>
            <p:cNvSpPr/>
            <p:nvPr/>
          </p:nvSpPr>
          <p:spPr>
            <a:xfrm>
              <a:off x="5781377" y="3241987"/>
              <a:ext cx="138414" cy="530587"/>
            </a:xfrm>
            <a:custGeom>
              <a:rect b="b" l="l" r="r" t="t"/>
              <a:pathLst>
                <a:path extrusionOk="0" h="530586" w="138413">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3" name="Google Shape;613;p38"/>
            <p:cNvSpPr/>
            <p:nvPr/>
          </p:nvSpPr>
          <p:spPr>
            <a:xfrm>
              <a:off x="3687406" y="3241987"/>
              <a:ext cx="363336" cy="530587"/>
            </a:xfrm>
            <a:custGeom>
              <a:rect b="b" l="l" r="r" t="t"/>
              <a:pathLst>
                <a:path extrusionOk="0" h="530586" w="36333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4" name="Google Shape;614;p38"/>
            <p:cNvSpPr/>
            <p:nvPr/>
          </p:nvSpPr>
          <p:spPr>
            <a:xfrm>
              <a:off x="4117469" y="3241987"/>
              <a:ext cx="455612" cy="547888"/>
            </a:xfrm>
            <a:custGeom>
              <a:rect b="b" l="l" r="r" t="t"/>
              <a:pathLst>
                <a:path extrusionOk="0" h="547888" w="455612">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5" name="Google Shape;615;p38"/>
            <p:cNvSpPr/>
            <p:nvPr/>
          </p:nvSpPr>
          <p:spPr>
            <a:xfrm>
              <a:off x="6424944" y="3241987"/>
              <a:ext cx="536354" cy="530587"/>
            </a:xfrm>
            <a:custGeom>
              <a:rect b="b" l="l" r="r" t="t"/>
              <a:pathLst>
                <a:path extrusionOk="0" h="530586" w="536353">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6" name="Google Shape;616;p38"/>
            <p:cNvSpPr/>
            <p:nvPr/>
          </p:nvSpPr>
          <p:spPr>
            <a:xfrm>
              <a:off x="5073044" y="3527927"/>
              <a:ext cx="138414" cy="247992"/>
            </a:xfrm>
            <a:custGeom>
              <a:rect b="b" l="l" r="r" t="t"/>
              <a:pathLst>
                <a:path extrusionOk="0" h="247991" w="138413">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7" name="Google Shape;617;p38"/>
            <p:cNvSpPr/>
            <p:nvPr/>
          </p:nvSpPr>
          <p:spPr>
            <a:xfrm>
              <a:off x="5073044" y="3241987"/>
              <a:ext cx="138414" cy="288362"/>
            </a:xfrm>
            <a:custGeom>
              <a:rect b="b" l="l" r="r" t="t"/>
              <a:pathLst>
                <a:path extrusionOk="0" h="288362" w="138413">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8" name="Google Shape;618;p38"/>
            <p:cNvSpPr/>
            <p:nvPr/>
          </p:nvSpPr>
          <p:spPr>
            <a:xfrm>
              <a:off x="4622662" y="3241987"/>
              <a:ext cx="334500" cy="547888"/>
            </a:xfrm>
            <a:custGeom>
              <a:rect b="b" l="l" r="r" t="t"/>
              <a:pathLst>
                <a:path extrusionOk="0" h="547888" w="334500">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19" name="Google Shape;619;p38"/>
            <p:cNvSpPr/>
            <p:nvPr/>
          </p:nvSpPr>
          <p:spPr>
            <a:xfrm>
              <a:off x="5251194" y="3241987"/>
              <a:ext cx="455612" cy="530587"/>
            </a:xfrm>
            <a:custGeom>
              <a:rect b="b" l="l" r="r" t="t"/>
              <a:pathLst>
                <a:path extrusionOk="0" h="530586" w="455612">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0" name="Google Shape;620;p38"/>
            <p:cNvSpPr/>
            <p:nvPr/>
          </p:nvSpPr>
          <p:spPr>
            <a:xfrm>
              <a:off x="3810014" y="3925867"/>
              <a:ext cx="201854" cy="207621"/>
            </a:xfrm>
            <a:custGeom>
              <a:rect b="b" l="l" r="r" t="t"/>
              <a:pathLst>
                <a:path extrusionOk="0" h="207620" w="201853">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1" name="Google Shape;621;p38"/>
            <p:cNvSpPr/>
            <p:nvPr/>
          </p:nvSpPr>
          <p:spPr>
            <a:xfrm>
              <a:off x="4166087" y="3903893"/>
              <a:ext cx="51905" cy="230690"/>
            </a:xfrm>
            <a:custGeom>
              <a:rect b="b" l="l" r="r" t="t"/>
              <a:pathLst>
                <a:path extrusionOk="0" h="230689" w="51905">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2" name="Google Shape;622;p38"/>
            <p:cNvSpPr/>
            <p:nvPr/>
          </p:nvSpPr>
          <p:spPr>
            <a:xfrm>
              <a:off x="5412331" y="3925751"/>
              <a:ext cx="51905" cy="207621"/>
            </a:xfrm>
            <a:custGeom>
              <a:rect b="b" l="l" r="r" t="t"/>
              <a:pathLst>
                <a:path extrusionOk="0" h="207620" w="51905">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3" name="Google Shape;623;p38"/>
            <p:cNvSpPr/>
            <p:nvPr/>
          </p:nvSpPr>
          <p:spPr>
            <a:xfrm>
              <a:off x="5993865" y="3972639"/>
              <a:ext cx="161483" cy="161483"/>
            </a:xfrm>
            <a:custGeom>
              <a:rect b="b" l="l" r="r" t="t"/>
              <a:pathLst>
                <a:path extrusionOk="0" h="161482" w="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4" name="Google Shape;624;p38"/>
            <p:cNvSpPr/>
            <p:nvPr/>
          </p:nvSpPr>
          <p:spPr>
            <a:xfrm>
              <a:off x="6442822" y="3975523"/>
              <a:ext cx="51905" cy="155716"/>
            </a:xfrm>
            <a:custGeom>
              <a:rect b="b" l="l" r="r" t="t"/>
              <a:pathLst>
                <a:path extrusionOk="0" h="155715" w="5190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5" name="Google Shape;625;p38"/>
            <p:cNvSpPr/>
            <p:nvPr/>
          </p:nvSpPr>
          <p:spPr>
            <a:xfrm>
              <a:off x="4773551" y="3972062"/>
              <a:ext cx="115345" cy="161483"/>
            </a:xfrm>
            <a:custGeom>
              <a:rect b="b" l="l" r="r" t="t"/>
              <a:pathLst>
                <a:path extrusionOk="0" h="161482" w="115344">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6" name="Google Shape;626;p38"/>
            <p:cNvSpPr/>
            <p:nvPr/>
          </p:nvSpPr>
          <p:spPr>
            <a:xfrm>
              <a:off x="3997972" y="3972005"/>
              <a:ext cx="138414" cy="161483"/>
            </a:xfrm>
            <a:custGeom>
              <a:rect b="b" l="l" r="r" t="t"/>
              <a:pathLst>
                <a:path extrusionOk="0" h="161482" w="138413">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7" name="Google Shape;627;p38"/>
            <p:cNvSpPr/>
            <p:nvPr/>
          </p:nvSpPr>
          <p:spPr>
            <a:xfrm>
              <a:off x="4643672" y="3912428"/>
              <a:ext cx="126879" cy="219155"/>
            </a:xfrm>
            <a:custGeom>
              <a:rect b="b" l="l" r="r" t="t"/>
              <a:pathLst>
                <a:path extrusionOk="0" h="219155" w="126879">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8" name="Google Shape;628;p38"/>
            <p:cNvSpPr/>
            <p:nvPr/>
          </p:nvSpPr>
          <p:spPr>
            <a:xfrm>
              <a:off x="4404620" y="3972921"/>
              <a:ext cx="149948" cy="161483"/>
            </a:xfrm>
            <a:custGeom>
              <a:rect b="b" l="l" r="r" t="t"/>
              <a:pathLst>
                <a:path extrusionOk="0" h="161482" w="149948">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29" name="Google Shape;629;p38"/>
            <p:cNvSpPr/>
            <p:nvPr/>
          </p:nvSpPr>
          <p:spPr>
            <a:xfrm>
              <a:off x="4889876" y="3972178"/>
              <a:ext cx="167250" cy="161483"/>
            </a:xfrm>
            <a:custGeom>
              <a:rect b="b" l="l" r="r" t="t"/>
              <a:pathLst>
                <a:path extrusionOk="0" h="161482" w="167250">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0" name="Google Shape;630;p38"/>
            <p:cNvSpPr/>
            <p:nvPr/>
          </p:nvSpPr>
          <p:spPr>
            <a:xfrm>
              <a:off x="5826131"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1" name="Google Shape;631;p38"/>
            <p:cNvSpPr/>
            <p:nvPr/>
          </p:nvSpPr>
          <p:spPr>
            <a:xfrm>
              <a:off x="6516182" y="3972178"/>
              <a:ext cx="167250" cy="161483"/>
            </a:xfrm>
            <a:custGeom>
              <a:rect b="b" l="l" r="r" t="t"/>
              <a:pathLst>
                <a:path extrusionOk="0" h="161482" w="167250">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2" name="Google Shape;632;p38"/>
            <p:cNvSpPr/>
            <p:nvPr/>
          </p:nvSpPr>
          <p:spPr>
            <a:xfrm>
              <a:off x="6440977" y="3913640"/>
              <a:ext cx="51905" cy="51905"/>
            </a:xfrm>
            <a:custGeom>
              <a:rect b="b" l="l" r="r" t="t"/>
              <a:pathLst>
                <a:path extrusionOk="0" h="51905" w="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3" name="Google Shape;633;p38"/>
            <p:cNvSpPr/>
            <p:nvPr/>
          </p:nvSpPr>
          <p:spPr>
            <a:xfrm>
              <a:off x="4246021" y="3975580"/>
              <a:ext cx="138414" cy="161483"/>
            </a:xfrm>
            <a:custGeom>
              <a:rect b="b" l="l" r="r" t="t"/>
              <a:pathLst>
                <a:path extrusionOk="0" h="161482" w="138413">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4" name="Google Shape;634;p38"/>
            <p:cNvSpPr/>
            <p:nvPr/>
          </p:nvSpPr>
          <p:spPr>
            <a:xfrm>
              <a:off x="6702175" y="3972407"/>
              <a:ext cx="138414" cy="161483"/>
            </a:xfrm>
            <a:custGeom>
              <a:rect b="b" l="l" r="r" t="t"/>
              <a:pathLst>
                <a:path extrusionOk="0" h="161482" w="138413">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5" name="Google Shape;635;p38"/>
            <p:cNvSpPr/>
            <p:nvPr/>
          </p:nvSpPr>
          <p:spPr>
            <a:xfrm>
              <a:off x="5667070" y="3972407"/>
              <a:ext cx="138414" cy="161483"/>
            </a:xfrm>
            <a:custGeom>
              <a:rect b="b" l="l" r="r" t="t"/>
              <a:pathLst>
                <a:path extrusionOk="0" h="161482" w="138413">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6" name="Google Shape;636;p38"/>
            <p:cNvSpPr/>
            <p:nvPr/>
          </p:nvSpPr>
          <p:spPr>
            <a:xfrm>
              <a:off x="5501550" y="3972407"/>
              <a:ext cx="138414" cy="161483"/>
            </a:xfrm>
            <a:custGeom>
              <a:rect b="b" l="l" r="r" t="t"/>
              <a:pathLst>
                <a:path extrusionOk="0" h="161482" w="138413">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7" name="Google Shape;637;p38"/>
            <p:cNvSpPr/>
            <p:nvPr/>
          </p:nvSpPr>
          <p:spPr>
            <a:xfrm>
              <a:off x="5075985" y="3972465"/>
              <a:ext cx="224923" cy="161483"/>
            </a:xfrm>
            <a:custGeom>
              <a:rect b="b" l="l" r="r" t="t"/>
              <a:pathLst>
                <a:path extrusionOk="0" h="161482" w="22492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8" name="Google Shape;638;p38"/>
            <p:cNvSpPr/>
            <p:nvPr/>
          </p:nvSpPr>
          <p:spPr>
            <a:xfrm>
              <a:off x="6160862" y="3972005"/>
              <a:ext cx="138414" cy="161483"/>
            </a:xfrm>
            <a:custGeom>
              <a:rect b="b" l="l" r="r" t="t"/>
              <a:pathLst>
                <a:path extrusionOk="0" h="161482" w="138413">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sp>
          <p:nvSpPr>
            <p:cNvPr id="639" name="Google Shape;639;p38"/>
            <p:cNvSpPr/>
            <p:nvPr/>
          </p:nvSpPr>
          <p:spPr>
            <a:xfrm>
              <a:off x="6311733" y="3927135"/>
              <a:ext cx="109578" cy="207621"/>
            </a:xfrm>
            <a:custGeom>
              <a:rect b="b" l="l" r="r" t="t"/>
              <a:pathLst>
                <a:path extrusionOk="0" h="207620" w="109577">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26">
                <a:solidFill>
                  <a:schemeClr val="dk1"/>
                </a:solidFill>
                <a:latin typeface="Arial"/>
                <a:ea typeface="Arial"/>
                <a:cs typeface="Arial"/>
                <a:sym typeface="Arial"/>
              </a:endParaRPr>
            </a:p>
          </p:txBody>
        </p:sp>
      </p:grpSp>
      <p:pic>
        <p:nvPicPr>
          <p:cNvPr id="640" name="Google Shape;640;p38"/>
          <p:cNvPicPr preferRelativeResize="0"/>
          <p:nvPr/>
        </p:nvPicPr>
        <p:blipFill rotWithShape="1">
          <a:blip r:embed="rId3">
            <a:alphaModFix/>
          </a:blip>
          <a:srcRect b="0" l="0" r="0" t="0"/>
          <a:stretch/>
        </p:blipFill>
        <p:spPr>
          <a:xfrm>
            <a:off x="7344000" y="4913394"/>
            <a:ext cx="1800000" cy="28800"/>
          </a:xfrm>
          <a:prstGeom prst="rect">
            <a:avLst/>
          </a:prstGeom>
          <a:noFill/>
          <a:ln>
            <a:noFill/>
          </a:ln>
        </p:spPr>
      </p:pic>
    </p:spTree>
  </p:cSld>
  <p:clrMapOvr>
    <a:masterClrMapping/>
  </p:clrMapOvr>
  <p:extLst>
    <p:ext uri="{DCECCB84-F9BA-43D5-87BE-67443E8EF086}">
      <p15:sldGuideLst>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318">
          <p15:clr>
            <a:srgbClr val="FBAE40"/>
          </p15:clr>
        </p15:guide>
        <p15:guide id="7" orient="horz" pos="2432">
          <p15:clr>
            <a:srgbClr val="FBAE40"/>
          </p15:clr>
        </p15:guide>
        <p15:guide id="8" orient="horz" pos="1431">
          <p15:clr>
            <a:srgbClr val="FBAE40"/>
          </p15:clr>
        </p15:guide>
        <p15:guide id="9" orient="horz" pos="2166">
          <p15:clr>
            <a:srgbClr val="FBAE40"/>
          </p15:clr>
        </p15:guide>
        <p15:guide id="10" orient="horz" pos="124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641" name="Shape 641"/>
        <p:cNvGrpSpPr/>
        <p:nvPr/>
      </p:nvGrpSpPr>
      <p:grpSpPr>
        <a:xfrm>
          <a:off x="0" y="0"/>
          <a:ext cx="0" cy="0"/>
          <a:chOff x="0" y="0"/>
          <a:chExt cx="0" cy="0"/>
        </a:xfrm>
      </p:grpSpPr>
      <p:sp>
        <p:nvSpPr>
          <p:cNvPr id="642" name="Google Shape;642;p39"/>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3" name="Google Shape;643;p39"/>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7" Type="http://schemas.openxmlformats.org/officeDocument/2006/relationships/theme" Target="../theme/theme1.xml"/><Relationship Id="rId16" Type="http://schemas.openxmlformats.org/officeDocument/2006/relationships/slideLayout" Target="../slideLayouts/slideLayout36.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0" i="0" sz="1000" u="none" cap="none" strike="noStrike">
                <a:solidFill>
                  <a:schemeClr val="dk1"/>
                </a:solidFill>
                <a:latin typeface="Arial"/>
                <a:ea typeface="Arial"/>
                <a:cs typeface="Arial"/>
                <a:sym typeface="Arial"/>
              </a:defRPr>
            </a:lvl1pPr>
            <a:lvl2pPr indent="0" lvl="1" marL="0" marR="0" rtl="0" algn="ctr">
              <a:spcBef>
                <a:spcPts val="0"/>
              </a:spcBef>
              <a:buNone/>
              <a:defRPr b="0" i="0" sz="1000" u="none" cap="none" strike="noStrike">
                <a:solidFill>
                  <a:schemeClr val="dk1"/>
                </a:solidFill>
                <a:latin typeface="Arial"/>
                <a:ea typeface="Arial"/>
                <a:cs typeface="Arial"/>
                <a:sym typeface="Arial"/>
              </a:defRPr>
            </a:lvl2pPr>
            <a:lvl3pPr indent="0" lvl="2" marL="0" marR="0" rtl="0" algn="ctr">
              <a:spcBef>
                <a:spcPts val="0"/>
              </a:spcBef>
              <a:buNone/>
              <a:defRPr b="0" i="0" sz="1000" u="none" cap="none" strike="noStrike">
                <a:solidFill>
                  <a:schemeClr val="dk1"/>
                </a:solidFill>
                <a:latin typeface="Arial"/>
                <a:ea typeface="Arial"/>
                <a:cs typeface="Arial"/>
                <a:sym typeface="Arial"/>
              </a:defRPr>
            </a:lvl3pPr>
            <a:lvl4pPr indent="0" lvl="3" marL="0" marR="0" rtl="0" algn="ctr">
              <a:spcBef>
                <a:spcPts val="0"/>
              </a:spcBef>
              <a:buNone/>
              <a:defRPr b="0" i="0" sz="1000" u="none" cap="none" strike="noStrike">
                <a:solidFill>
                  <a:schemeClr val="dk1"/>
                </a:solidFill>
                <a:latin typeface="Arial"/>
                <a:ea typeface="Arial"/>
                <a:cs typeface="Arial"/>
                <a:sym typeface="Arial"/>
              </a:defRPr>
            </a:lvl4pPr>
            <a:lvl5pPr indent="0" lvl="4" marL="0" marR="0" rtl="0" algn="ctr">
              <a:spcBef>
                <a:spcPts val="0"/>
              </a:spcBef>
              <a:buNone/>
              <a:defRPr b="0" i="0" sz="1000" u="none" cap="none" strike="noStrike">
                <a:solidFill>
                  <a:schemeClr val="dk1"/>
                </a:solidFill>
                <a:latin typeface="Arial"/>
                <a:ea typeface="Arial"/>
                <a:cs typeface="Arial"/>
                <a:sym typeface="Arial"/>
              </a:defRPr>
            </a:lvl5pPr>
            <a:lvl6pPr indent="0" lvl="5" marL="0" marR="0" rtl="0" algn="ctr">
              <a:spcBef>
                <a:spcPts val="0"/>
              </a:spcBef>
              <a:buNone/>
              <a:defRPr b="0" i="0" sz="1000" u="none" cap="none" strike="noStrike">
                <a:solidFill>
                  <a:schemeClr val="dk1"/>
                </a:solidFill>
                <a:latin typeface="Arial"/>
                <a:ea typeface="Arial"/>
                <a:cs typeface="Arial"/>
                <a:sym typeface="Arial"/>
              </a:defRPr>
            </a:lvl6pPr>
            <a:lvl7pPr indent="0" lvl="6" marL="0" marR="0" rtl="0" algn="ctr">
              <a:spcBef>
                <a:spcPts val="0"/>
              </a:spcBef>
              <a:buNone/>
              <a:defRPr b="0" i="0" sz="1000" u="none" cap="none" strike="noStrike">
                <a:solidFill>
                  <a:schemeClr val="dk1"/>
                </a:solidFill>
                <a:latin typeface="Arial"/>
                <a:ea typeface="Arial"/>
                <a:cs typeface="Arial"/>
                <a:sym typeface="Arial"/>
              </a:defRPr>
            </a:lvl7pPr>
            <a:lvl8pPr indent="0" lvl="7" marL="0" marR="0" rtl="0" algn="ctr">
              <a:spcBef>
                <a:spcPts val="0"/>
              </a:spcBef>
              <a:buNone/>
              <a:defRPr b="0" i="0" sz="1000" u="none" cap="none" strike="noStrike">
                <a:solidFill>
                  <a:schemeClr val="dk1"/>
                </a:solidFill>
                <a:latin typeface="Arial"/>
                <a:ea typeface="Arial"/>
                <a:cs typeface="Arial"/>
                <a:sym typeface="Arial"/>
              </a:defRPr>
            </a:lvl8pPr>
            <a:lvl9pPr indent="0" lvl="8" marL="0" marR="0" rtl="0" algn="ctr">
              <a:spcBef>
                <a:spcPts val="0"/>
              </a:spcBef>
              <a:buNone/>
              <a:defRPr b="0"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12" name="Google Shape;12;p1"/>
          <p:cNvCxnSpPr/>
          <p:nvPr/>
        </p:nvCxnSpPr>
        <p:spPr>
          <a:xfrm>
            <a:off x="108000" y="666887"/>
            <a:ext cx="8928000" cy="0"/>
          </a:xfrm>
          <a:prstGeom prst="straightConnector1">
            <a:avLst/>
          </a:prstGeom>
          <a:noFill/>
          <a:ln cap="flat" cmpd="sng" w="9525">
            <a:solidFill>
              <a:srgbClr val="333333"/>
            </a:solidFill>
            <a:prstDash val="solid"/>
            <a:miter lim="800000"/>
            <a:headEnd len="sm" w="sm" type="none"/>
            <a:tailEnd len="sm" w="sm" type="none"/>
          </a:ln>
        </p:spPr>
      </p:cxnSp>
      <p:sp>
        <p:nvSpPr>
          <p:cNvPr id="13" name="Google Shape;13;p1"/>
          <p:cNvSpPr txBox="1"/>
          <p:nvPr>
            <p:ph idx="1" type="body"/>
          </p:nvPr>
        </p:nvSpPr>
        <p:spPr>
          <a:xfrm>
            <a:off x="539552" y="869390"/>
            <a:ext cx="8071200" cy="381008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300"/>
              </a:spcBef>
              <a:spcAft>
                <a:spcPts val="0"/>
              </a:spcAft>
              <a:buClr>
                <a:schemeClr val="dk1"/>
              </a:buClr>
              <a:buSzPts val="1300"/>
              <a:buFont typeface="Arial"/>
              <a:buNone/>
              <a:defRPr b="0" i="0" sz="13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51599" lvl="5" marL="27432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6pPr>
            <a:lvl7pPr indent="-351599" lvl="6" marL="32004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7pPr>
            <a:lvl8pPr indent="-351599" lvl="7" marL="36576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8pPr>
            <a:lvl9pPr indent="-351599" lvl="8" marL="41148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9pPr>
          </a:lstStyle>
          <a:p/>
        </p:txBody>
      </p:sp>
      <p:sp>
        <p:nvSpPr>
          <p:cNvPr id="14" name="Google Shape;14;p1"/>
          <p:cNvSpPr/>
          <p:nvPr/>
        </p:nvSpPr>
        <p:spPr>
          <a:xfrm>
            <a:off x="7051604" y="4913886"/>
            <a:ext cx="1690759" cy="123111"/>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800" u="none" cap="none" strike="noStrike">
                <a:solidFill>
                  <a:schemeClr val="dk1"/>
                </a:solidFill>
                <a:latin typeface="Arial"/>
                <a:ea typeface="Arial"/>
                <a:cs typeface="Arial"/>
                <a:sym typeface="Arial"/>
              </a:rPr>
              <a:t>FUJIFILM Holdings Corporation</a:t>
            </a:r>
            <a:endParaRPr b="0" i="0" sz="800" u="none" cap="none" strike="noStrike">
              <a:solidFill>
                <a:schemeClr val="dk1"/>
              </a:solidFill>
              <a:latin typeface="Arial"/>
              <a:ea typeface="Arial"/>
              <a:cs typeface="Arial"/>
              <a:sym typeface="Arial"/>
            </a:endParaRPr>
          </a:p>
        </p:txBody>
      </p:sp>
      <p:grpSp>
        <p:nvGrpSpPr>
          <p:cNvPr id="15" name="Google Shape;15;p1"/>
          <p:cNvGrpSpPr/>
          <p:nvPr/>
        </p:nvGrpSpPr>
        <p:grpSpPr>
          <a:xfrm>
            <a:off x="7298885" y="177800"/>
            <a:ext cx="1674242" cy="286225"/>
            <a:chOff x="7362825" y="177800"/>
            <a:chExt cx="1674242" cy="416854"/>
          </a:xfrm>
        </p:grpSpPr>
        <p:sp>
          <p:nvSpPr>
            <p:cNvPr id="16" name="Google Shape;16;p1"/>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26" u="none" cap="none" strike="noStrike">
                <a:solidFill>
                  <a:schemeClr val="lt1"/>
                </a:solidFill>
                <a:latin typeface="Arial"/>
                <a:ea typeface="Arial"/>
                <a:cs typeface="Arial"/>
                <a:sym typeface="Arial"/>
              </a:endParaRPr>
            </a:p>
          </p:txBody>
        </p:sp>
        <p:sp>
          <p:nvSpPr>
            <p:cNvPr id="17" name="Google Shape;17;p1"/>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u="none" cap="none" strike="noStrike">
                  <a:solidFill>
                    <a:schemeClr val="dk1"/>
                  </a:solidFill>
                  <a:latin typeface="Arial"/>
                  <a:ea typeface="Arial"/>
                  <a:cs typeface="Arial"/>
                  <a:sym typeface="Arial"/>
                </a:rPr>
                <a:t>Fujifilm Internal Use Only  </a:t>
              </a:r>
              <a:endParaRPr b="0" i="0" sz="720" u="none" cap="none" strike="noStrike">
                <a:solidFill>
                  <a:schemeClr val="dk1"/>
                </a:solidFill>
                <a:latin typeface="Arial"/>
                <a:ea typeface="Arial"/>
                <a:cs typeface="Arial"/>
                <a:sym typeface="Arial"/>
              </a:endParaRPr>
            </a:p>
          </p:txBody>
        </p:sp>
        <p:sp>
          <p:nvSpPr>
            <p:cNvPr id="18" name="Google Shape;18;p1"/>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i="0" lang="en-US" sz="520" u="none" cap="none" strike="noStrike">
                  <a:solidFill>
                    <a:schemeClr val="dk1"/>
                  </a:solidFill>
                  <a:latin typeface="Arial"/>
                  <a:ea typeface="Arial"/>
                  <a:cs typeface="Arial"/>
                  <a:sym typeface="Arial"/>
                </a:rPr>
                <a:t>Disclosed to:</a:t>
              </a:r>
              <a:endParaRPr/>
            </a:p>
          </p:txBody>
        </p:sp>
        <p:sp>
          <p:nvSpPr>
            <p:cNvPr id="19" name="Google Shape;19;p1"/>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i="0" lang="en-US" sz="520" u="none" cap="none" strike="noStrike">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t/>
              </a:r>
              <a:endParaRPr b="0" i="0" sz="52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15"/>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8" name="Google Shape;158;p1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sz="1000">
                <a:solidFill>
                  <a:schemeClr val="dk1"/>
                </a:solidFill>
                <a:latin typeface="Arial"/>
                <a:ea typeface="Arial"/>
                <a:cs typeface="Arial"/>
                <a:sym typeface="Arial"/>
              </a:defRPr>
            </a:lvl1pPr>
            <a:lvl2pPr indent="0" lvl="1" marL="0" marR="0" rtl="0" algn="ctr">
              <a:spcBef>
                <a:spcPts val="0"/>
              </a:spcBef>
              <a:buNone/>
              <a:defRPr sz="1000">
                <a:solidFill>
                  <a:schemeClr val="dk1"/>
                </a:solidFill>
                <a:latin typeface="Arial"/>
                <a:ea typeface="Arial"/>
                <a:cs typeface="Arial"/>
                <a:sym typeface="Arial"/>
              </a:defRPr>
            </a:lvl2pPr>
            <a:lvl3pPr indent="0" lvl="2" marL="0" marR="0" rtl="0" algn="ctr">
              <a:spcBef>
                <a:spcPts val="0"/>
              </a:spcBef>
              <a:buNone/>
              <a:defRPr sz="1000">
                <a:solidFill>
                  <a:schemeClr val="dk1"/>
                </a:solidFill>
                <a:latin typeface="Arial"/>
                <a:ea typeface="Arial"/>
                <a:cs typeface="Arial"/>
                <a:sym typeface="Arial"/>
              </a:defRPr>
            </a:lvl3pPr>
            <a:lvl4pPr indent="0" lvl="3" marL="0" marR="0" rtl="0" algn="ctr">
              <a:spcBef>
                <a:spcPts val="0"/>
              </a:spcBef>
              <a:buNone/>
              <a:defRPr sz="1000">
                <a:solidFill>
                  <a:schemeClr val="dk1"/>
                </a:solidFill>
                <a:latin typeface="Arial"/>
                <a:ea typeface="Arial"/>
                <a:cs typeface="Arial"/>
                <a:sym typeface="Arial"/>
              </a:defRPr>
            </a:lvl4pPr>
            <a:lvl5pPr indent="0" lvl="4" marL="0" marR="0" rtl="0" algn="ctr">
              <a:spcBef>
                <a:spcPts val="0"/>
              </a:spcBef>
              <a:buNone/>
              <a:defRPr sz="1000">
                <a:solidFill>
                  <a:schemeClr val="dk1"/>
                </a:solidFill>
                <a:latin typeface="Arial"/>
                <a:ea typeface="Arial"/>
                <a:cs typeface="Arial"/>
                <a:sym typeface="Arial"/>
              </a:defRPr>
            </a:lvl5pPr>
            <a:lvl6pPr indent="0" lvl="5" marL="0" marR="0" rtl="0" algn="ctr">
              <a:spcBef>
                <a:spcPts val="0"/>
              </a:spcBef>
              <a:buNone/>
              <a:defRPr sz="1000">
                <a:solidFill>
                  <a:schemeClr val="dk1"/>
                </a:solidFill>
                <a:latin typeface="Arial"/>
                <a:ea typeface="Arial"/>
                <a:cs typeface="Arial"/>
                <a:sym typeface="Arial"/>
              </a:defRPr>
            </a:lvl6pPr>
            <a:lvl7pPr indent="0" lvl="6" marL="0" marR="0" rtl="0" algn="ctr">
              <a:spcBef>
                <a:spcPts val="0"/>
              </a:spcBef>
              <a:buNone/>
              <a:defRPr sz="1000">
                <a:solidFill>
                  <a:schemeClr val="dk1"/>
                </a:solidFill>
                <a:latin typeface="Arial"/>
                <a:ea typeface="Arial"/>
                <a:cs typeface="Arial"/>
                <a:sym typeface="Arial"/>
              </a:defRPr>
            </a:lvl7pPr>
            <a:lvl8pPr indent="0" lvl="7" marL="0" marR="0" rtl="0" algn="ctr">
              <a:spcBef>
                <a:spcPts val="0"/>
              </a:spcBef>
              <a:buNone/>
              <a:defRPr sz="1000">
                <a:solidFill>
                  <a:schemeClr val="dk1"/>
                </a:solidFill>
                <a:latin typeface="Arial"/>
                <a:ea typeface="Arial"/>
                <a:cs typeface="Arial"/>
                <a:sym typeface="Arial"/>
              </a:defRPr>
            </a:lvl8pPr>
            <a:lvl9pPr indent="0" lvl="8" marL="0" marR="0" rtl="0" algn="ctr">
              <a:spcBef>
                <a:spcPts val="0"/>
              </a:spcBef>
              <a:buNone/>
              <a:defRPr sz="10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159" name="Google Shape;159;p15"/>
          <p:cNvCxnSpPr/>
          <p:nvPr/>
        </p:nvCxnSpPr>
        <p:spPr>
          <a:xfrm>
            <a:off x="108000" y="666887"/>
            <a:ext cx="8928000" cy="0"/>
          </a:xfrm>
          <a:prstGeom prst="straightConnector1">
            <a:avLst/>
          </a:prstGeom>
          <a:noFill/>
          <a:ln cap="flat" cmpd="sng" w="9525">
            <a:solidFill>
              <a:srgbClr val="333333"/>
            </a:solidFill>
            <a:prstDash val="solid"/>
            <a:miter lim="800000"/>
            <a:headEnd len="sm" w="sm" type="none"/>
            <a:tailEnd len="sm" w="sm" type="none"/>
          </a:ln>
        </p:spPr>
      </p:cxnSp>
      <p:sp>
        <p:nvSpPr>
          <p:cNvPr id="160" name="Google Shape;160;p15"/>
          <p:cNvSpPr txBox="1"/>
          <p:nvPr>
            <p:ph idx="1" type="body"/>
          </p:nvPr>
        </p:nvSpPr>
        <p:spPr>
          <a:xfrm>
            <a:off x="539552" y="869390"/>
            <a:ext cx="8071200" cy="381008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300"/>
              </a:spcBef>
              <a:spcAft>
                <a:spcPts val="0"/>
              </a:spcAft>
              <a:buClr>
                <a:schemeClr val="dk1"/>
              </a:buClr>
              <a:buSzPts val="1300"/>
              <a:buFont typeface="Arial"/>
              <a:buNone/>
              <a:defRPr b="0" i="0" sz="13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51599" lvl="5" marL="27432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6pPr>
            <a:lvl7pPr indent="-351599" lvl="6" marL="32004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7pPr>
            <a:lvl8pPr indent="-351599" lvl="7" marL="36576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8pPr>
            <a:lvl9pPr indent="-351599" lvl="8" marL="41148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9pPr>
          </a:lstStyle>
          <a:p/>
        </p:txBody>
      </p:sp>
      <p:grpSp>
        <p:nvGrpSpPr>
          <p:cNvPr id="161" name="Google Shape;161;p15"/>
          <p:cNvGrpSpPr/>
          <p:nvPr/>
        </p:nvGrpSpPr>
        <p:grpSpPr>
          <a:xfrm>
            <a:off x="7298885" y="177800"/>
            <a:ext cx="1674242" cy="286225"/>
            <a:chOff x="7362825" y="177800"/>
            <a:chExt cx="1674242" cy="416854"/>
          </a:xfrm>
        </p:grpSpPr>
        <p:sp>
          <p:nvSpPr>
            <p:cNvPr id="162" name="Google Shape;162;p15"/>
            <p:cNvSpPr/>
            <p:nvPr/>
          </p:nvSpPr>
          <p:spPr>
            <a:xfrm>
              <a:off x="7362825" y="177800"/>
              <a:ext cx="1674242" cy="385010"/>
            </a:xfrm>
            <a:prstGeom prst="rect">
              <a:avLst/>
            </a:prstGeom>
            <a:solidFill>
              <a:srgbClr val="FFFFFF">
                <a:alpha val="7490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163" name="Google Shape;163;p15"/>
            <p:cNvSpPr txBox="1"/>
            <p:nvPr/>
          </p:nvSpPr>
          <p:spPr>
            <a:xfrm>
              <a:off x="7419578" y="209676"/>
              <a:ext cx="1583454" cy="792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b="0" i="0" lang="en-US" sz="720">
                  <a:solidFill>
                    <a:schemeClr val="dk1"/>
                  </a:solidFill>
                  <a:latin typeface="Arial"/>
                  <a:ea typeface="Arial"/>
                  <a:cs typeface="Arial"/>
                  <a:sym typeface="Arial"/>
                </a:rPr>
                <a:t>Fujifilm Internal Use </a:t>
              </a:r>
              <a:r>
                <a:rPr b="0" lang="en-US" sz="720">
                  <a:solidFill>
                    <a:schemeClr val="dk1"/>
                  </a:solidFill>
                  <a:latin typeface="Arial"/>
                  <a:ea typeface="Arial"/>
                  <a:cs typeface="Arial"/>
                  <a:sym typeface="Arial"/>
                </a:rPr>
                <a:t>Onl</a:t>
              </a:r>
              <a:r>
                <a:rPr b="0" lang="en-US" sz="720">
                  <a:solidFill>
                    <a:schemeClr val="dk1"/>
                  </a:solidFill>
                  <a:latin typeface="Arial"/>
                  <a:ea typeface="Arial"/>
                  <a:cs typeface="Arial"/>
                  <a:sym typeface="Arial"/>
                </a:rPr>
                <a:t>y </a:t>
              </a:r>
              <a:r>
                <a:rPr b="0" lang="en-US" sz="720">
                  <a:solidFill>
                    <a:schemeClr val="dk1"/>
                  </a:solidFill>
                  <a:latin typeface="Arial"/>
                  <a:ea typeface="Arial"/>
                  <a:cs typeface="Arial"/>
                  <a:sym typeface="Arial"/>
                </a:rPr>
                <a:t> </a:t>
              </a:r>
              <a:endParaRPr b="0" i="0" sz="720">
                <a:solidFill>
                  <a:schemeClr val="dk1"/>
                </a:solidFill>
                <a:latin typeface="Arial"/>
                <a:ea typeface="Arial"/>
                <a:cs typeface="Arial"/>
                <a:sym typeface="Arial"/>
              </a:endParaRPr>
            </a:p>
          </p:txBody>
        </p:sp>
        <p:sp>
          <p:nvSpPr>
            <p:cNvPr id="164" name="Google Shape;164;p15"/>
            <p:cNvSpPr txBox="1"/>
            <p:nvPr/>
          </p:nvSpPr>
          <p:spPr>
            <a:xfrm>
              <a:off x="7419578" y="306654"/>
              <a:ext cx="419497"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Disclosed to:</a:t>
              </a:r>
              <a:endParaRPr/>
            </a:p>
          </p:txBody>
        </p:sp>
        <p:sp>
          <p:nvSpPr>
            <p:cNvPr id="165" name="Google Shape;165;p15"/>
            <p:cNvSpPr txBox="1"/>
            <p:nvPr/>
          </p:nvSpPr>
          <p:spPr>
            <a:xfrm>
              <a:off x="7826375" y="306654"/>
              <a:ext cx="1163518" cy="288000"/>
            </a:xfrm>
            <a:prstGeom prst="rect">
              <a:avLst/>
            </a:prstGeom>
            <a:noFill/>
            <a:ln>
              <a:noFill/>
            </a:ln>
          </p:spPr>
          <p:txBody>
            <a:bodyPr anchorCtr="0" anchor="t" bIns="0" lIns="0" spcFirstLastPara="1" rIns="0" wrap="square" tIns="0">
              <a:noAutofit/>
            </a:bodyPr>
            <a:lstStyle/>
            <a:p>
              <a:pPr indent="0" lvl="0" marL="0" marR="0" rtl="0" algn="l">
                <a:lnSpc>
                  <a:spcPct val="105769"/>
                </a:lnSpc>
                <a:spcBef>
                  <a:spcPts val="0"/>
                </a:spcBef>
                <a:spcAft>
                  <a:spcPts val="0"/>
                </a:spcAft>
                <a:buNone/>
              </a:pPr>
              <a:r>
                <a:rPr b="0" lang="en-US" sz="520">
                  <a:solidFill>
                    <a:schemeClr val="dk1"/>
                  </a:solidFill>
                  <a:latin typeface="Arial"/>
                  <a:ea typeface="Arial"/>
                  <a:cs typeface="Arial"/>
                  <a:sym typeface="Arial"/>
                </a:rPr>
                <a:t>Fujifilm Group</a:t>
              </a:r>
              <a:endParaRPr/>
            </a:p>
            <a:p>
              <a:pPr indent="0" lvl="0" marL="0" marR="0" rtl="0" algn="l">
                <a:lnSpc>
                  <a:spcPct val="105769"/>
                </a:lnSpc>
                <a:spcBef>
                  <a:spcPts val="0"/>
                </a:spcBef>
                <a:spcAft>
                  <a:spcPts val="0"/>
                </a:spcAft>
                <a:buNone/>
              </a:pPr>
              <a:r>
                <a:t/>
              </a:r>
              <a:endParaRPr b="0" sz="52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23"/>
          <p:cNvSpPr txBox="1"/>
          <p:nvPr>
            <p:ph type="title"/>
          </p:nvPr>
        </p:nvSpPr>
        <p:spPr>
          <a:xfrm>
            <a:off x="539552" y="113734"/>
            <a:ext cx="6257058" cy="47542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2" name="Google Shape;252;p2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sz="1000">
                <a:solidFill>
                  <a:schemeClr val="dk1"/>
                </a:solidFill>
                <a:latin typeface="Arial"/>
                <a:ea typeface="Arial"/>
                <a:cs typeface="Arial"/>
                <a:sym typeface="Arial"/>
              </a:defRPr>
            </a:lvl1pPr>
            <a:lvl2pPr indent="0" lvl="1" marL="0" marR="0" rtl="0" algn="ctr">
              <a:spcBef>
                <a:spcPts val="0"/>
              </a:spcBef>
              <a:buNone/>
              <a:defRPr sz="1000">
                <a:solidFill>
                  <a:schemeClr val="dk1"/>
                </a:solidFill>
                <a:latin typeface="Arial"/>
                <a:ea typeface="Arial"/>
                <a:cs typeface="Arial"/>
                <a:sym typeface="Arial"/>
              </a:defRPr>
            </a:lvl2pPr>
            <a:lvl3pPr indent="0" lvl="2" marL="0" marR="0" rtl="0" algn="ctr">
              <a:spcBef>
                <a:spcPts val="0"/>
              </a:spcBef>
              <a:buNone/>
              <a:defRPr sz="1000">
                <a:solidFill>
                  <a:schemeClr val="dk1"/>
                </a:solidFill>
                <a:latin typeface="Arial"/>
                <a:ea typeface="Arial"/>
                <a:cs typeface="Arial"/>
                <a:sym typeface="Arial"/>
              </a:defRPr>
            </a:lvl3pPr>
            <a:lvl4pPr indent="0" lvl="3" marL="0" marR="0" rtl="0" algn="ctr">
              <a:spcBef>
                <a:spcPts val="0"/>
              </a:spcBef>
              <a:buNone/>
              <a:defRPr sz="1000">
                <a:solidFill>
                  <a:schemeClr val="dk1"/>
                </a:solidFill>
                <a:latin typeface="Arial"/>
                <a:ea typeface="Arial"/>
                <a:cs typeface="Arial"/>
                <a:sym typeface="Arial"/>
              </a:defRPr>
            </a:lvl4pPr>
            <a:lvl5pPr indent="0" lvl="4" marL="0" marR="0" rtl="0" algn="ctr">
              <a:spcBef>
                <a:spcPts val="0"/>
              </a:spcBef>
              <a:buNone/>
              <a:defRPr sz="1000">
                <a:solidFill>
                  <a:schemeClr val="dk1"/>
                </a:solidFill>
                <a:latin typeface="Arial"/>
                <a:ea typeface="Arial"/>
                <a:cs typeface="Arial"/>
                <a:sym typeface="Arial"/>
              </a:defRPr>
            </a:lvl5pPr>
            <a:lvl6pPr indent="0" lvl="5" marL="0" marR="0" rtl="0" algn="ctr">
              <a:spcBef>
                <a:spcPts val="0"/>
              </a:spcBef>
              <a:buNone/>
              <a:defRPr sz="1000">
                <a:solidFill>
                  <a:schemeClr val="dk1"/>
                </a:solidFill>
                <a:latin typeface="Arial"/>
                <a:ea typeface="Arial"/>
                <a:cs typeface="Arial"/>
                <a:sym typeface="Arial"/>
              </a:defRPr>
            </a:lvl6pPr>
            <a:lvl7pPr indent="0" lvl="6" marL="0" marR="0" rtl="0" algn="ctr">
              <a:spcBef>
                <a:spcPts val="0"/>
              </a:spcBef>
              <a:buNone/>
              <a:defRPr sz="1000">
                <a:solidFill>
                  <a:schemeClr val="dk1"/>
                </a:solidFill>
                <a:latin typeface="Arial"/>
                <a:ea typeface="Arial"/>
                <a:cs typeface="Arial"/>
                <a:sym typeface="Arial"/>
              </a:defRPr>
            </a:lvl7pPr>
            <a:lvl8pPr indent="0" lvl="7" marL="0" marR="0" rtl="0" algn="ctr">
              <a:spcBef>
                <a:spcPts val="0"/>
              </a:spcBef>
              <a:buNone/>
              <a:defRPr sz="1000">
                <a:solidFill>
                  <a:schemeClr val="dk1"/>
                </a:solidFill>
                <a:latin typeface="Arial"/>
                <a:ea typeface="Arial"/>
                <a:cs typeface="Arial"/>
                <a:sym typeface="Arial"/>
              </a:defRPr>
            </a:lvl8pPr>
            <a:lvl9pPr indent="0" lvl="8" marL="0" marR="0" rtl="0" algn="ctr">
              <a:spcBef>
                <a:spcPts val="0"/>
              </a:spcBef>
              <a:buNone/>
              <a:defRPr sz="10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253" name="Google Shape;253;p23"/>
          <p:cNvCxnSpPr/>
          <p:nvPr/>
        </p:nvCxnSpPr>
        <p:spPr>
          <a:xfrm>
            <a:off x="108000" y="666887"/>
            <a:ext cx="8928000" cy="0"/>
          </a:xfrm>
          <a:prstGeom prst="straightConnector1">
            <a:avLst/>
          </a:prstGeom>
          <a:noFill/>
          <a:ln cap="flat" cmpd="sng" w="9525">
            <a:solidFill>
              <a:srgbClr val="333333"/>
            </a:solidFill>
            <a:prstDash val="solid"/>
            <a:miter lim="800000"/>
            <a:headEnd len="sm" w="sm" type="none"/>
            <a:tailEnd len="sm" w="sm" type="none"/>
          </a:ln>
        </p:spPr>
      </p:cxnSp>
      <p:sp>
        <p:nvSpPr>
          <p:cNvPr id="254" name="Google Shape;254;p23"/>
          <p:cNvSpPr txBox="1"/>
          <p:nvPr>
            <p:ph idx="1" type="body"/>
          </p:nvPr>
        </p:nvSpPr>
        <p:spPr>
          <a:xfrm>
            <a:off x="539552" y="869390"/>
            <a:ext cx="8071200" cy="381008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300"/>
              </a:spcBef>
              <a:spcAft>
                <a:spcPts val="0"/>
              </a:spcAft>
              <a:buClr>
                <a:schemeClr val="dk1"/>
              </a:buClr>
              <a:buSzPts val="1300"/>
              <a:buFont typeface="Arial"/>
              <a:buNone/>
              <a:defRPr b="0" i="0" sz="13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3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51599" lvl="5" marL="27432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6pPr>
            <a:lvl7pPr indent="-351599" lvl="6" marL="32004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7pPr>
            <a:lvl8pPr indent="-351599" lvl="7" marL="36576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8pPr>
            <a:lvl9pPr indent="-351599" lvl="8" marL="4114800" marR="0" rtl="0" algn="l">
              <a:lnSpc>
                <a:spcPct val="90000"/>
              </a:lnSpc>
              <a:spcBef>
                <a:spcPts val="538"/>
              </a:spcBef>
              <a:spcAft>
                <a:spcPts val="0"/>
              </a:spcAft>
              <a:buClr>
                <a:schemeClr val="dk1"/>
              </a:buClr>
              <a:buSzPts val="1937"/>
              <a:buFont typeface="Arial"/>
              <a:buChar char="•"/>
              <a:defRPr b="0" i="0" sz="1937" u="none" cap="none" strike="noStrike">
                <a:solidFill>
                  <a:schemeClr val="dk1"/>
                </a:solidFill>
                <a:latin typeface="Arial"/>
                <a:ea typeface="Arial"/>
                <a:cs typeface="Arial"/>
                <a:sym typeface="Arial"/>
              </a:defRPr>
            </a:lvl9pPr>
          </a:lstStyle>
          <a:p/>
        </p:txBody>
      </p:sp>
      <p:sp>
        <p:nvSpPr>
          <p:cNvPr id="255" name="Google Shape;255;p23"/>
          <p:cNvSpPr/>
          <p:nvPr/>
        </p:nvSpPr>
        <p:spPr>
          <a:xfrm>
            <a:off x="7051604" y="4913886"/>
            <a:ext cx="1690759" cy="123111"/>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800">
                <a:solidFill>
                  <a:schemeClr val="dk1"/>
                </a:solidFill>
                <a:latin typeface="Arial"/>
                <a:ea typeface="Arial"/>
                <a:cs typeface="Arial"/>
                <a:sym typeface="Arial"/>
              </a:rPr>
              <a:t>FUJIFILM Holdings Corporation</a:t>
            </a:r>
            <a:endParaRPr sz="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hyperlink" Target="https://holdings.fujifilm.com/special/90th/en/histor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0"/>
          <p:cNvSpPr txBox="1"/>
          <p:nvPr/>
        </p:nvSpPr>
        <p:spPr>
          <a:xfrm>
            <a:off x="2771800" y="3956964"/>
            <a:ext cx="3672408" cy="3117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26">
                <a:solidFill>
                  <a:srgbClr val="FF0000"/>
                </a:solidFill>
              </a:rPr>
              <a:t>New - Roy Vincent M. Paring</a:t>
            </a:r>
            <a:endParaRPr sz="1426">
              <a:solidFill>
                <a:srgbClr val="FF0000"/>
              </a:solidFill>
              <a:latin typeface="Arial"/>
              <a:ea typeface="Arial"/>
              <a:cs typeface="Arial"/>
              <a:sym typeface="Arial"/>
            </a:endParaRPr>
          </a:p>
        </p:txBody>
      </p:sp>
      <p:sp>
        <p:nvSpPr>
          <p:cNvPr id="649" name="Google Shape;649;p40"/>
          <p:cNvSpPr txBox="1"/>
          <p:nvPr/>
        </p:nvSpPr>
        <p:spPr>
          <a:xfrm>
            <a:off x="468040" y="2175668"/>
            <a:ext cx="8066360" cy="792163"/>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chemeClr val="dk1"/>
              </a:buClr>
              <a:buSzPts val="3200"/>
              <a:buFont typeface="Arial"/>
              <a:buNone/>
            </a:pPr>
            <a:r>
              <a:rPr b="1" lang="en-US" sz="3200">
                <a:solidFill>
                  <a:schemeClr val="dk1"/>
                </a:solidFill>
                <a:latin typeface="Arial"/>
                <a:ea typeface="Arial"/>
                <a:cs typeface="Arial"/>
                <a:sym typeface="Arial"/>
              </a:rPr>
              <a:t>Group Purpose Workshop</a:t>
            </a:r>
            <a:br>
              <a:rPr b="1" lang="en-US" sz="2400">
                <a:solidFill>
                  <a:schemeClr val="dk1"/>
                </a:solidFill>
                <a:latin typeface="Arial"/>
                <a:ea typeface="Arial"/>
                <a:cs typeface="Arial"/>
                <a:sym typeface="Arial"/>
              </a:rPr>
            </a:br>
            <a:r>
              <a:rPr b="1" lang="en-US" sz="2400">
                <a:solidFill>
                  <a:schemeClr val="dk2"/>
                </a:solidFill>
                <a:latin typeface="Arial"/>
                <a:ea typeface="Arial"/>
                <a:cs typeface="Arial"/>
                <a:sym typeface="Arial"/>
              </a:rPr>
              <a:t>Aligning Our Aspirations with the Group Purpose</a:t>
            </a:r>
            <a:endParaRPr b="1" sz="240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41"/>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655" name="Google Shape;655;p41"/>
          <p:cNvSpPr txBox="1"/>
          <p:nvPr/>
        </p:nvSpPr>
        <p:spPr>
          <a:xfrm>
            <a:off x="246779" y="699542"/>
            <a:ext cx="8645702" cy="39395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Discovering Aspirations that Resonate with Fujifilm Group’s Purpose </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Welcome to your personal reflection journey!</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This workbook is designed to help you explore, reflect, and visualize your life story as a foundation for discovering your aspirations which resonate with Fujifilm Group’s Purpose. By engaging in this process, you’ll gain a deeper understanding of your personal impact, values, and the future you want to create.</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This workbook includes: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4" marL="1448592" marR="0" rtl="0" algn="l">
              <a:spcBef>
                <a:spcPts val="0"/>
              </a:spcBef>
              <a:spcAft>
                <a:spcPts val="0"/>
              </a:spcAft>
              <a:buNone/>
            </a:pPr>
            <a:r>
              <a:rPr b="0" i="0" lang="en-US" sz="1400" u="none" cap="none" strike="noStrike">
                <a:solidFill>
                  <a:schemeClr val="dk1"/>
                </a:solidFill>
                <a:latin typeface="Arial"/>
                <a:ea typeface="Arial"/>
                <a:cs typeface="Arial"/>
                <a:sym typeface="Arial"/>
              </a:rPr>
              <a:t>Optional readings are provided to support your understanding and assist with completing your prework</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a:t>
            </a:r>
            <a:endParaRPr/>
          </a:p>
          <a:p>
            <a:pPr indent="0" lvl="4" marL="1448592" marR="0" rtl="0" algn="l">
              <a:spcBef>
                <a:spcPts val="0"/>
              </a:spcBef>
              <a:spcAft>
                <a:spcPts val="0"/>
              </a:spcAft>
              <a:buNone/>
            </a:pPr>
            <a:r>
              <a:rPr b="1" i="0" lang="en-US" sz="1400" u="none" cap="none" strike="noStrike">
                <a:solidFill>
                  <a:srgbClr val="FF0000"/>
                </a:solidFill>
                <a:latin typeface="Arial"/>
                <a:ea typeface="Arial"/>
                <a:cs typeface="Arial"/>
                <a:sym typeface="Arial"/>
              </a:rPr>
              <a:t>Please complete the prework before the workshop</a:t>
            </a:r>
            <a:r>
              <a:rPr b="0" i="0" lang="en-US" sz="1400" u="none" cap="none" strike="noStrike">
                <a:solidFill>
                  <a:schemeClr val="dk1"/>
                </a:solidFill>
                <a:latin typeface="Arial"/>
                <a:ea typeface="Arial"/>
                <a:cs typeface="Arial"/>
                <a:sym typeface="Arial"/>
              </a:rPr>
              <a:t>. As it involves self-reflection and thoughtful consideration, we encourage you to start early and avoid leaving it until the last minute</a:t>
            </a:r>
            <a:endParaRPr/>
          </a:p>
          <a:p>
            <a:pPr indent="0" lvl="0" marL="0" marR="0" rtl="0" algn="l">
              <a:spcBef>
                <a:spcPts val="0"/>
              </a:spcBef>
              <a:spcAft>
                <a:spcPts val="0"/>
              </a:spcAft>
              <a:buNone/>
            </a:pPr>
            <a:r>
              <a:t/>
            </a:r>
            <a:endParaRPr b="1" sz="1400">
              <a:solidFill>
                <a:schemeClr val="dk1"/>
              </a:solidFill>
              <a:latin typeface="Arial"/>
              <a:ea typeface="Arial"/>
              <a:cs typeface="Arial"/>
              <a:sym typeface="Arial"/>
            </a:endParaRPr>
          </a:p>
          <a:p>
            <a:pPr indent="0" lvl="4" marL="1448592" marR="0" rtl="0" algn="l">
              <a:spcBef>
                <a:spcPts val="0"/>
              </a:spcBef>
              <a:spcAft>
                <a:spcPts val="0"/>
              </a:spcAft>
              <a:buNone/>
            </a:pPr>
            <a:r>
              <a:rPr b="0" i="0" lang="en-US" sz="1400" u="none" cap="none" strike="noStrike">
                <a:solidFill>
                  <a:schemeClr val="dk1"/>
                </a:solidFill>
                <a:latin typeface="Arial"/>
                <a:ea typeface="Arial"/>
                <a:cs typeface="Arial"/>
                <a:sym typeface="Arial"/>
              </a:rPr>
              <a:t>Activities that will be done during the workshop</a:t>
            </a:r>
            <a:endParaRPr/>
          </a:p>
        </p:txBody>
      </p:sp>
      <p:sp>
        <p:nvSpPr>
          <p:cNvPr id="656" name="Google Shape;656;p41"/>
          <p:cNvSpPr txBox="1"/>
          <p:nvPr/>
        </p:nvSpPr>
        <p:spPr>
          <a:xfrm>
            <a:off x="246778" y="195486"/>
            <a:ext cx="4572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A Journey of Reflection and Growth</a:t>
            </a:r>
            <a:endParaRPr sz="2000">
              <a:solidFill>
                <a:schemeClr val="dk1"/>
              </a:solidFill>
              <a:latin typeface="Arial"/>
              <a:ea typeface="Arial"/>
              <a:cs typeface="Arial"/>
              <a:sym typeface="Arial"/>
            </a:endParaRPr>
          </a:p>
        </p:txBody>
      </p:sp>
      <p:grpSp>
        <p:nvGrpSpPr>
          <p:cNvPr id="657" name="Google Shape;657;p41"/>
          <p:cNvGrpSpPr/>
          <p:nvPr/>
        </p:nvGrpSpPr>
        <p:grpSpPr>
          <a:xfrm>
            <a:off x="385856" y="3603403"/>
            <a:ext cx="1348091" cy="346382"/>
            <a:chOff x="127565" y="238493"/>
            <a:chExt cx="1348091" cy="346382"/>
          </a:xfrm>
        </p:grpSpPr>
        <p:sp>
          <p:nvSpPr>
            <p:cNvPr id="658" name="Google Shape;658;p41"/>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59" name="Google Shape;659;p41"/>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pSp>
        <p:nvGrpSpPr>
          <p:cNvPr id="660" name="Google Shape;660;p41"/>
          <p:cNvGrpSpPr/>
          <p:nvPr/>
        </p:nvGrpSpPr>
        <p:grpSpPr>
          <a:xfrm>
            <a:off x="385855" y="2906710"/>
            <a:ext cx="1348091" cy="346382"/>
            <a:chOff x="127565" y="238493"/>
            <a:chExt cx="1348091" cy="346382"/>
          </a:xfrm>
        </p:grpSpPr>
        <p:sp>
          <p:nvSpPr>
            <p:cNvPr id="661" name="Google Shape;661;p41"/>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62" name="Google Shape;662;p41"/>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grpSp>
        <p:nvGrpSpPr>
          <p:cNvPr id="663" name="Google Shape;663;p41"/>
          <p:cNvGrpSpPr/>
          <p:nvPr/>
        </p:nvGrpSpPr>
        <p:grpSpPr>
          <a:xfrm>
            <a:off x="385855" y="4313600"/>
            <a:ext cx="1348091" cy="346382"/>
            <a:chOff x="127565" y="238493"/>
            <a:chExt cx="1348091" cy="346382"/>
          </a:xfrm>
        </p:grpSpPr>
        <p:sp>
          <p:nvSpPr>
            <p:cNvPr id="664" name="Google Shape;664;p41"/>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65" name="Google Shape;665;p41"/>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Workshop</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sp>
        <p:nvSpPr>
          <p:cNvPr id="671" name="Google Shape;671;p42"/>
          <p:cNvSpPr txBox="1"/>
          <p:nvPr/>
        </p:nvSpPr>
        <p:spPr>
          <a:xfrm>
            <a:off x="1547664" y="77634"/>
            <a:ext cx="5832648" cy="4752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Understanding the Layers of Identity</a:t>
            </a:r>
            <a:endParaRPr/>
          </a:p>
        </p:txBody>
      </p:sp>
      <p:sp>
        <p:nvSpPr>
          <p:cNvPr id="672" name="Google Shape;672;p42"/>
          <p:cNvSpPr txBox="1"/>
          <p:nvPr/>
        </p:nvSpPr>
        <p:spPr>
          <a:xfrm>
            <a:off x="717278" y="1275606"/>
            <a:ext cx="3603698" cy="5770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Core Identity: </a:t>
            </a:r>
            <a:r>
              <a:rPr b="0" i="0" lang="en-US" sz="1050" u="none" cap="none" strike="noStrike">
                <a:solidFill>
                  <a:srgbClr val="000000"/>
                </a:solidFill>
                <a:latin typeface="Arial"/>
                <a:ea typeface="Arial"/>
                <a:cs typeface="Arial"/>
                <a:sym typeface="Arial"/>
              </a:rPr>
              <a:t>The fundamental layer that encompasses an individual's core values, beliefs, and traits. It represents our true self and is stable over time.</a:t>
            </a:r>
            <a:endParaRPr/>
          </a:p>
        </p:txBody>
      </p:sp>
      <p:sp>
        <p:nvSpPr>
          <p:cNvPr id="673" name="Google Shape;673;p42"/>
          <p:cNvSpPr txBox="1"/>
          <p:nvPr/>
        </p:nvSpPr>
        <p:spPr>
          <a:xfrm>
            <a:off x="717278" y="1978764"/>
            <a:ext cx="3603698"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Cultural Identity: </a:t>
            </a:r>
            <a:r>
              <a:rPr b="0" i="0" lang="en-US" sz="1050" u="none" cap="none" strike="noStrike">
                <a:solidFill>
                  <a:srgbClr val="000000"/>
                </a:solidFill>
                <a:latin typeface="Arial"/>
                <a:ea typeface="Arial"/>
                <a:cs typeface="Arial"/>
                <a:sym typeface="Arial"/>
              </a:rPr>
              <a:t>Shaped by cultural background, including traditions, language, and community practices. This layer influences how we view the world and interact with others.</a:t>
            </a:r>
            <a:endParaRPr/>
          </a:p>
        </p:txBody>
      </p:sp>
      <p:sp>
        <p:nvSpPr>
          <p:cNvPr id="674" name="Google Shape;674;p42"/>
          <p:cNvSpPr txBox="1"/>
          <p:nvPr/>
        </p:nvSpPr>
        <p:spPr>
          <a:xfrm>
            <a:off x="717278" y="2824938"/>
            <a:ext cx="3603698"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Social Identity: </a:t>
            </a:r>
            <a:r>
              <a:rPr b="0" i="0" lang="en-US" sz="1050" u="none" cap="none" strike="noStrike">
                <a:solidFill>
                  <a:srgbClr val="000000"/>
                </a:solidFill>
                <a:latin typeface="Arial"/>
                <a:ea typeface="Arial"/>
                <a:cs typeface="Arial"/>
                <a:sym typeface="Arial"/>
              </a:rPr>
              <a:t>The roles we hold in society, shaped by relationships with family, friends, colleagues, and communities. It includes gender, age, social class, and professional roles.</a:t>
            </a:r>
            <a:endParaRPr/>
          </a:p>
        </p:txBody>
      </p:sp>
      <p:sp>
        <p:nvSpPr>
          <p:cNvPr id="675" name="Google Shape;675;p42"/>
          <p:cNvSpPr txBox="1"/>
          <p:nvPr/>
        </p:nvSpPr>
        <p:spPr>
          <a:xfrm>
            <a:off x="2770150" y="3659224"/>
            <a:ext cx="3603699" cy="5770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Experiential Identity: </a:t>
            </a:r>
            <a:r>
              <a:rPr b="0" i="0" lang="en-US" sz="1050" u="none" cap="none" strike="noStrike">
                <a:solidFill>
                  <a:srgbClr val="000000"/>
                </a:solidFill>
                <a:latin typeface="Arial"/>
                <a:ea typeface="Arial"/>
                <a:cs typeface="Arial"/>
                <a:sym typeface="Arial"/>
              </a:rPr>
              <a:t>Focuses on individual experiences, interests, and preferences. It reflects our personal history, passions, and how we view ourselves.</a:t>
            </a:r>
            <a:endParaRPr/>
          </a:p>
        </p:txBody>
      </p:sp>
      <p:sp>
        <p:nvSpPr>
          <p:cNvPr id="676" name="Google Shape;676;p42"/>
          <p:cNvSpPr txBox="1"/>
          <p:nvPr/>
        </p:nvSpPr>
        <p:spPr>
          <a:xfrm>
            <a:off x="4427927" y="1275315"/>
            <a:ext cx="3603699" cy="5770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Physical Identity: </a:t>
            </a:r>
            <a:r>
              <a:rPr b="0" i="0" lang="en-US" sz="1050" u="none" cap="none" strike="noStrike">
                <a:solidFill>
                  <a:srgbClr val="000000"/>
                </a:solidFill>
                <a:latin typeface="Arial"/>
                <a:ea typeface="Arial"/>
                <a:cs typeface="Arial"/>
                <a:sym typeface="Arial"/>
              </a:rPr>
              <a:t>Represents our body, appearance, and physical attributes such as age, gender, and race. It also includes health and fitness levels.</a:t>
            </a:r>
            <a:endParaRPr/>
          </a:p>
        </p:txBody>
      </p:sp>
      <p:sp>
        <p:nvSpPr>
          <p:cNvPr id="677" name="Google Shape;677;p42"/>
          <p:cNvSpPr txBox="1"/>
          <p:nvPr/>
        </p:nvSpPr>
        <p:spPr>
          <a:xfrm>
            <a:off x="4424397" y="1978764"/>
            <a:ext cx="3620624"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Professional Identity: </a:t>
            </a:r>
            <a:r>
              <a:rPr b="0" i="0" lang="en-US" sz="1050" u="none" cap="none" strike="noStrike">
                <a:solidFill>
                  <a:srgbClr val="000000"/>
                </a:solidFill>
                <a:latin typeface="Arial"/>
                <a:ea typeface="Arial"/>
                <a:cs typeface="Arial"/>
                <a:sym typeface="Arial"/>
              </a:rPr>
              <a:t>Defined by our career, job roles, skills, and professional achievements. It influences how we perceive our purpose in the workplace.</a:t>
            </a:r>
            <a:endParaRPr/>
          </a:p>
          <a:p>
            <a:pPr indent="0" lvl="0" marL="0" marR="0" rtl="0" algn="l">
              <a:lnSpc>
                <a:spcPct val="100000"/>
              </a:lnSpc>
              <a:spcBef>
                <a:spcPts val="0"/>
              </a:spcBef>
              <a:spcAft>
                <a:spcPts val="0"/>
              </a:spcAft>
              <a:buClr>
                <a:schemeClr val="dk1"/>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678" name="Google Shape;678;p42"/>
          <p:cNvSpPr txBox="1"/>
          <p:nvPr/>
        </p:nvSpPr>
        <p:spPr>
          <a:xfrm>
            <a:off x="4427927" y="2822178"/>
            <a:ext cx="3603699" cy="738664"/>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Digital Identity: </a:t>
            </a:r>
            <a:r>
              <a:rPr b="0" i="0" lang="en-US" sz="1050" u="none" cap="none" strike="noStrike">
                <a:solidFill>
                  <a:srgbClr val="000000"/>
                </a:solidFill>
                <a:latin typeface="Arial"/>
                <a:ea typeface="Arial"/>
                <a:cs typeface="Arial"/>
                <a:sym typeface="Arial"/>
              </a:rPr>
              <a:t>Shaped by our presence and interactions online, such as social media profiles and digital behavior, influencing how we are seen in virtual spaces.</a:t>
            </a:r>
            <a:endParaRPr/>
          </a:p>
        </p:txBody>
      </p:sp>
      <p:sp>
        <p:nvSpPr>
          <p:cNvPr id="679" name="Google Shape;679;p42"/>
          <p:cNvSpPr txBox="1"/>
          <p:nvPr/>
        </p:nvSpPr>
        <p:spPr>
          <a:xfrm>
            <a:off x="181418" y="4331927"/>
            <a:ext cx="8387366" cy="5311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These layers are interconnected and together shape our overall sense of self, constantly evolving as we navigate different stages and environments in life.</a:t>
            </a:r>
            <a:endParaRPr b="0" i="0" sz="1400" u="none" cap="none" strike="noStrike">
              <a:solidFill>
                <a:srgbClr val="000000"/>
              </a:solidFill>
              <a:latin typeface="Arial"/>
              <a:ea typeface="Arial"/>
              <a:cs typeface="Arial"/>
              <a:sym typeface="Arial"/>
            </a:endParaRPr>
          </a:p>
        </p:txBody>
      </p:sp>
      <p:sp>
        <p:nvSpPr>
          <p:cNvPr id="680" name="Google Shape;680;p42"/>
          <p:cNvSpPr txBox="1"/>
          <p:nvPr/>
        </p:nvSpPr>
        <p:spPr>
          <a:xfrm>
            <a:off x="107504" y="692385"/>
            <a:ext cx="8724761" cy="5311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Identity is a multi-dimensional concept shaped by various interconnected layers. These layers interact and evolve over time, influenced by internal factors and external experiences:</a:t>
            </a:r>
            <a:endParaRPr/>
          </a:p>
        </p:txBody>
      </p:sp>
      <p:grpSp>
        <p:nvGrpSpPr>
          <p:cNvPr id="681" name="Google Shape;681;p42"/>
          <p:cNvGrpSpPr/>
          <p:nvPr/>
        </p:nvGrpSpPr>
        <p:grpSpPr>
          <a:xfrm>
            <a:off x="127565" y="238493"/>
            <a:ext cx="1348091" cy="346382"/>
            <a:chOff x="127565" y="238493"/>
            <a:chExt cx="1348091" cy="346382"/>
          </a:xfrm>
        </p:grpSpPr>
        <p:sp>
          <p:nvSpPr>
            <p:cNvPr id="682" name="Google Shape;682;p42"/>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683" name="Google Shape;683;p42"/>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Reference</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689" name="Google Shape;689;p43"/>
          <p:cNvSpPr txBox="1"/>
          <p:nvPr/>
        </p:nvSpPr>
        <p:spPr>
          <a:xfrm>
            <a:off x="1617879" y="334854"/>
            <a:ext cx="5908242" cy="225874"/>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Understanding Motivation </a:t>
            </a:r>
            <a:endParaRPr/>
          </a:p>
        </p:txBody>
      </p:sp>
      <p:sp>
        <p:nvSpPr>
          <p:cNvPr id="690" name="Google Shape;690;p43"/>
          <p:cNvSpPr txBox="1"/>
          <p:nvPr/>
        </p:nvSpPr>
        <p:spPr>
          <a:xfrm>
            <a:off x="4499992" y="1886874"/>
            <a:ext cx="4176464" cy="1969770"/>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u="sng">
                <a:solidFill>
                  <a:schemeClr val="dk1"/>
                </a:solidFill>
                <a:latin typeface="Arial"/>
                <a:ea typeface="Arial"/>
                <a:cs typeface="Arial"/>
                <a:sym typeface="Arial"/>
              </a:rPr>
              <a:t>Extrinsic Motivation: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Rewards &amp; Recognition</a:t>
            </a:r>
            <a:r>
              <a:rPr lang="en-US" sz="1200">
                <a:solidFill>
                  <a:schemeClr val="dk1"/>
                </a:solidFill>
                <a:latin typeface="Arial"/>
                <a:ea typeface="Arial"/>
                <a:cs typeface="Arial"/>
                <a:sym typeface="Arial"/>
              </a:rPr>
              <a:t>: External incentives like money, praise, or promotions.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External Pressure</a:t>
            </a:r>
            <a:r>
              <a:rPr lang="en-US" sz="1200">
                <a:solidFill>
                  <a:schemeClr val="dk1"/>
                </a:solidFill>
                <a:latin typeface="Arial"/>
                <a:ea typeface="Arial"/>
                <a:cs typeface="Arial"/>
                <a:sym typeface="Arial"/>
              </a:rPr>
              <a:t>: Motivation from deadlines, expectations, or avoiding punishment.</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Social Comparison</a:t>
            </a:r>
            <a:r>
              <a:rPr lang="en-US" sz="1200">
                <a:solidFill>
                  <a:schemeClr val="dk1"/>
                </a:solidFill>
                <a:latin typeface="Arial"/>
                <a:ea typeface="Arial"/>
                <a:cs typeface="Arial"/>
                <a:sym typeface="Arial"/>
              </a:rPr>
              <a:t>: Desire to outperform others or gain status.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Obligations</a:t>
            </a:r>
            <a:r>
              <a:rPr lang="en-US" sz="1200">
                <a:solidFill>
                  <a:schemeClr val="dk1"/>
                </a:solidFill>
                <a:latin typeface="Arial"/>
                <a:ea typeface="Arial"/>
                <a:cs typeface="Arial"/>
                <a:sym typeface="Arial"/>
              </a:rPr>
              <a:t>: Driven by societal or familial expectations.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Tangible Outcomes</a:t>
            </a:r>
            <a:r>
              <a:rPr lang="en-US" sz="1200">
                <a:solidFill>
                  <a:schemeClr val="dk1"/>
                </a:solidFill>
                <a:latin typeface="Arial"/>
                <a:ea typeface="Arial"/>
                <a:cs typeface="Arial"/>
                <a:sym typeface="Arial"/>
              </a:rPr>
              <a:t>: Motivated by tangible rewards, such as financial gain.</a:t>
            </a:r>
            <a:endParaRPr/>
          </a:p>
        </p:txBody>
      </p:sp>
      <p:sp>
        <p:nvSpPr>
          <p:cNvPr id="691" name="Google Shape;691;p43"/>
          <p:cNvSpPr txBox="1"/>
          <p:nvPr/>
        </p:nvSpPr>
        <p:spPr>
          <a:xfrm>
            <a:off x="395536" y="1894569"/>
            <a:ext cx="3888432" cy="195438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u="sng">
                <a:solidFill>
                  <a:schemeClr val="dk1"/>
                </a:solidFill>
                <a:latin typeface="Arial"/>
                <a:ea typeface="Arial"/>
                <a:cs typeface="Arial"/>
                <a:sym typeface="Arial"/>
              </a:rPr>
              <a:t>Intrinsic Motivation: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Personal Fulfillment</a:t>
            </a:r>
            <a:r>
              <a:rPr lang="en-US" sz="1200">
                <a:solidFill>
                  <a:schemeClr val="dk1"/>
                </a:solidFill>
                <a:latin typeface="Arial"/>
                <a:ea typeface="Arial"/>
                <a:cs typeface="Arial"/>
                <a:sym typeface="Arial"/>
              </a:rPr>
              <a:t>: Driven by enjoyment or meaning in the activity itself.</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Sense of Purpose</a:t>
            </a:r>
            <a:r>
              <a:rPr lang="en-US" sz="1200">
                <a:solidFill>
                  <a:schemeClr val="dk1"/>
                </a:solidFill>
                <a:latin typeface="Arial"/>
                <a:ea typeface="Arial"/>
                <a:cs typeface="Arial"/>
                <a:sym typeface="Arial"/>
              </a:rPr>
              <a:t>: Motivation from aligning actions with core values.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Autonomy</a:t>
            </a:r>
            <a:r>
              <a:rPr lang="en-US" sz="1200">
                <a:solidFill>
                  <a:schemeClr val="dk1"/>
                </a:solidFill>
                <a:latin typeface="Arial"/>
                <a:ea typeface="Arial"/>
                <a:cs typeface="Arial"/>
                <a:sym typeface="Arial"/>
              </a:rPr>
              <a:t>: Desire to act freely and independently.</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Mastery</a:t>
            </a:r>
            <a:r>
              <a:rPr lang="en-US" sz="1200">
                <a:solidFill>
                  <a:schemeClr val="dk1"/>
                </a:solidFill>
                <a:latin typeface="Arial"/>
                <a:ea typeface="Arial"/>
                <a:cs typeface="Arial"/>
                <a:sym typeface="Arial"/>
              </a:rPr>
              <a:t>: Motivation to improve and learn new skills.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Enjoyment</a:t>
            </a:r>
            <a:r>
              <a:rPr lang="en-US" sz="1200">
                <a:solidFill>
                  <a:schemeClr val="dk1"/>
                </a:solidFill>
                <a:latin typeface="Arial"/>
                <a:ea typeface="Arial"/>
                <a:cs typeface="Arial"/>
                <a:sym typeface="Arial"/>
              </a:rPr>
              <a:t>: Driven by the pleasure of the activity.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692" name="Google Shape;692;p43"/>
          <p:cNvSpPr txBox="1"/>
          <p:nvPr/>
        </p:nvSpPr>
        <p:spPr>
          <a:xfrm>
            <a:off x="194219" y="699542"/>
            <a:ext cx="8724761" cy="9700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Motivation is the driving force that fuels our actions, decisions, and behaviors. It can be influenced by both internal desires and external factors. Broadly, motivation can be categorized into two types: intrinsic motivation, which comes from within, and extrinsic motivation, which is driven by external rewards or pressures. Both types play a role in shaping who we are.</a:t>
            </a:r>
            <a:endParaRPr/>
          </a:p>
        </p:txBody>
      </p:sp>
      <p:grpSp>
        <p:nvGrpSpPr>
          <p:cNvPr id="693" name="Google Shape;693;p43"/>
          <p:cNvGrpSpPr/>
          <p:nvPr/>
        </p:nvGrpSpPr>
        <p:grpSpPr>
          <a:xfrm>
            <a:off x="127565" y="238493"/>
            <a:ext cx="1348091" cy="346382"/>
            <a:chOff x="127565" y="238493"/>
            <a:chExt cx="1348091" cy="346382"/>
          </a:xfrm>
        </p:grpSpPr>
        <p:sp>
          <p:nvSpPr>
            <p:cNvPr id="694" name="Google Shape;694;p43"/>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695" name="Google Shape;695;p43"/>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01" name="Google Shape;701;p44"/>
          <p:cNvSpPr txBox="1"/>
          <p:nvPr/>
        </p:nvSpPr>
        <p:spPr>
          <a:xfrm>
            <a:off x="1547664" y="109525"/>
            <a:ext cx="5920718" cy="4752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Understanding Passion vs. Motivation </a:t>
            </a:r>
            <a:endParaRPr/>
          </a:p>
        </p:txBody>
      </p:sp>
      <p:sp>
        <p:nvSpPr>
          <p:cNvPr id="702" name="Google Shape;702;p44"/>
          <p:cNvSpPr txBox="1"/>
          <p:nvPr/>
        </p:nvSpPr>
        <p:spPr>
          <a:xfrm>
            <a:off x="209619" y="1983124"/>
            <a:ext cx="8724761" cy="101566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Internal Drives and Self-Connection: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Personal Values and Beliefs</a:t>
            </a:r>
            <a:r>
              <a:rPr lang="en-US" sz="1200">
                <a:solidFill>
                  <a:schemeClr val="dk1"/>
                </a:solidFill>
                <a:latin typeface="Arial"/>
                <a:ea typeface="Arial"/>
                <a:cs typeface="Arial"/>
                <a:sym typeface="Arial"/>
              </a:rPr>
              <a:t>: Passion arises when actions align with core values or a sense of purpose</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Identity and Self-Expression</a:t>
            </a:r>
            <a:r>
              <a:rPr lang="en-US" sz="1200">
                <a:solidFill>
                  <a:schemeClr val="dk1"/>
                </a:solidFill>
                <a:latin typeface="Arial"/>
                <a:ea typeface="Arial"/>
                <a:cs typeface="Arial"/>
                <a:sym typeface="Arial"/>
              </a:rPr>
              <a:t>: Engaging in activities that reflect our authentic self</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Purpose and Meaning</a:t>
            </a:r>
            <a:r>
              <a:rPr lang="en-US" sz="1200">
                <a:solidFill>
                  <a:schemeClr val="dk1"/>
                </a:solidFill>
                <a:latin typeface="Arial"/>
                <a:ea typeface="Arial"/>
                <a:cs typeface="Arial"/>
                <a:sym typeface="Arial"/>
              </a:rPr>
              <a:t>: Pursuits that give life meaning, such as career goals or family contributions</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Ambition and Desire for Achievement</a:t>
            </a:r>
            <a:r>
              <a:rPr lang="en-US" sz="1200">
                <a:solidFill>
                  <a:schemeClr val="dk1"/>
                </a:solidFill>
                <a:latin typeface="Arial"/>
                <a:ea typeface="Arial"/>
                <a:cs typeface="Arial"/>
                <a:sym typeface="Arial"/>
              </a:rPr>
              <a:t>: The drive to reach specific goals or succeed</a:t>
            </a:r>
            <a:endParaRPr/>
          </a:p>
        </p:txBody>
      </p:sp>
      <p:sp>
        <p:nvSpPr>
          <p:cNvPr id="703" name="Google Shape;703;p44"/>
          <p:cNvSpPr txBox="1"/>
          <p:nvPr/>
        </p:nvSpPr>
        <p:spPr>
          <a:xfrm>
            <a:off x="204988" y="734315"/>
            <a:ext cx="8664548" cy="120032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200">
                <a:solidFill>
                  <a:schemeClr val="dk1"/>
                </a:solidFill>
                <a:latin typeface="Arial"/>
                <a:ea typeface="Arial"/>
                <a:cs typeface="Arial"/>
                <a:sym typeface="Arial"/>
              </a:rPr>
              <a:t>Passion and motivation are closely related but distinct concepts. Passion is the intense, emotional drive that fuels our enthusiasm and commitment to a particular activity or cause, </a:t>
            </a:r>
            <a:r>
              <a:rPr b="1" lang="en-US" sz="1200" u="sng">
                <a:solidFill>
                  <a:schemeClr val="dk1"/>
                </a:solidFill>
                <a:latin typeface="Arial"/>
                <a:ea typeface="Arial"/>
                <a:cs typeface="Arial"/>
                <a:sym typeface="Arial"/>
              </a:rPr>
              <a:t>often arising from deep personal values, emotional connections, and a sense of purpose. </a:t>
            </a:r>
            <a:r>
              <a:rPr lang="en-US" sz="1200">
                <a:solidFill>
                  <a:schemeClr val="dk1"/>
                </a:solidFill>
                <a:latin typeface="Arial"/>
                <a:ea typeface="Arial"/>
                <a:cs typeface="Arial"/>
                <a:sym typeface="Arial"/>
              </a:rPr>
              <a:t>Motivation, on the other hand, is the broader psychological force that initiates and sustains goal-oriented behavior, which can be driven by both intrinsic factors (personal fulfillment, desire for mastery) and extrinsic factors (rewards, social pressure). While passion is often the spark that ignites motivation, motivation is the ongoing force that keeps us working towards our goals, whether fueled by passion or external rewards.</a:t>
            </a:r>
            <a:endParaRPr sz="1050">
              <a:solidFill>
                <a:schemeClr val="dk1"/>
              </a:solidFill>
              <a:latin typeface="Arial"/>
              <a:ea typeface="Arial"/>
              <a:cs typeface="Arial"/>
              <a:sym typeface="Arial"/>
            </a:endParaRPr>
          </a:p>
        </p:txBody>
      </p:sp>
      <p:sp>
        <p:nvSpPr>
          <p:cNvPr id="704" name="Google Shape;704;p44"/>
          <p:cNvSpPr/>
          <p:nvPr/>
        </p:nvSpPr>
        <p:spPr>
          <a:xfrm>
            <a:off x="204988" y="3079018"/>
            <a:ext cx="8724761" cy="830997"/>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Emotional and Social Influences:</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Emotional Connections: </a:t>
            </a:r>
            <a:r>
              <a:rPr lang="en-US" sz="1200">
                <a:solidFill>
                  <a:schemeClr val="dk1"/>
                </a:solidFill>
                <a:latin typeface="Arial"/>
                <a:ea typeface="Arial"/>
                <a:cs typeface="Arial"/>
                <a:sym typeface="Arial"/>
              </a:rPr>
              <a:t>Deep emotional bonds with people, places, or memories</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Social Influence and Support: </a:t>
            </a:r>
            <a:r>
              <a:rPr lang="en-US" sz="1200">
                <a:solidFill>
                  <a:schemeClr val="dk1"/>
                </a:solidFill>
                <a:latin typeface="Arial"/>
                <a:ea typeface="Arial"/>
                <a:cs typeface="Arial"/>
                <a:sym typeface="Arial"/>
              </a:rPr>
              <a:t>Passion growing stronger through encouragement from others or shared goals</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Inspiration: </a:t>
            </a:r>
            <a:r>
              <a:rPr lang="en-US" sz="1200">
                <a:solidFill>
                  <a:schemeClr val="dk1"/>
                </a:solidFill>
                <a:latin typeface="Arial"/>
                <a:ea typeface="Arial"/>
                <a:cs typeface="Arial"/>
                <a:sym typeface="Arial"/>
              </a:rPr>
              <a:t>Exposure to inspiring individuals, stories, or works that spark emotional responses</a:t>
            </a:r>
            <a:endParaRPr/>
          </a:p>
        </p:txBody>
      </p:sp>
      <p:sp>
        <p:nvSpPr>
          <p:cNvPr id="705" name="Google Shape;705;p44"/>
          <p:cNvSpPr/>
          <p:nvPr/>
        </p:nvSpPr>
        <p:spPr>
          <a:xfrm>
            <a:off x="203364" y="4013651"/>
            <a:ext cx="8724761" cy="646331"/>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Novelty and Growth:</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Novelty and Exploration</a:t>
            </a:r>
            <a:r>
              <a:rPr lang="en-US" sz="1200">
                <a:solidFill>
                  <a:schemeClr val="dk1"/>
                </a:solidFill>
                <a:latin typeface="Arial"/>
                <a:ea typeface="Arial"/>
                <a:cs typeface="Arial"/>
                <a:sym typeface="Arial"/>
              </a:rPr>
              <a:t>: New experiences and challenges that evoke excitement and passion.</a:t>
            </a:r>
            <a:endParaRPr/>
          </a:p>
          <a:p>
            <a:pPr indent="-76200" lvl="0" marL="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Past Experiences</a:t>
            </a:r>
            <a:r>
              <a:rPr lang="en-US" sz="1200">
                <a:solidFill>
                  <a:schemeClr val="dk1"/>
                </a:solidFill>
                <a:latin typeface="Arial"/>
                <a:ea typeface="Arial"/>
                <a:cs typeface="Arial"/>
                <a:sym typeface="Arial"/>
              </a:rPr>
              <a:t>: Positive memories of past successes or milestones that reignite passion.</a:t>
            </a:r>
            <a:endParaRPr/>
          </a:p>
        </p:txBody>
      </p:sp>
      <p:grpSp>
        <p:nvGrpSpPr>
          <p:cNvPr id="706" name="Google Shape;706;p44"/>
          <p:cNvGrpSpPr/>
          <p:nvPr/>
        </p:nvGrpSpPr>
        <p:grpSpPr>
          <a:xfrm>
            <a:off x="127565" y="238493"/>
            <a:ext cx="1348091" cy="346382"/>
            <a:chOff x="127565" y="238493"/>
            <a:chExt cx="1348091" cy="346382"/>
          </a:xfrm>
        </p:grpSpPr>
        <p:sp>
          <p:nvSpPr>
            <p:cNvPr id="707" name="Google Shape;707;p44"/>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08" name="Google Shape;708;p44"/>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5"/>
          <p:cNvSpPr/>
          <p:nvPr/>
        </p:nvSpPr>
        <p:spPr>
          <a:xfrm>
            <a:off x="261405" y="1710665"/>
            <a:ext cx="8639381" cy="3186514"/>
          </a:xfrm>
          <a:prstGeom prst="rect">
            <a:avLst/>
          </a:prstGeom>
          <a:no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Personally, I am curious, disciplined, and eager to learn from my experiences. At home, I value patience, responsibility, and maintaining strong relationships with my family and friends.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Professionally, I am a motivated and hardworking software developer who enjoys learning new technologies and solving problems. I value teamwork, continuous improvement, and producing quality work even under pressure.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What motivates me is my desire to grow in the tech industry, support my family, and build systems that can help people and organizations.</a:t>
            </a:r>
            <a:endParaRPr b="1">
              <a:solidFill>
                <a:schemeClr val="dk1"/>
              </a:solidFill>
            </a:endParaRPr>
          </a:p>
          <a:p>
            <a:pPr indent="0" lvl="0" marL="0" rtl="0" algn="l">
              <a:lnSpc>
                <a:spcPct val="115000"/>
              </a:lnSpc>
              <a:spcBef>
                <a:spcPts val="1200"/>
              </a:spcBef>
              <a:spcAft>
                <a:spcPts val="1200"/>
              </a:spcAft>
              <a:buSzPts val="1100"/>
              <a:buNone/>
            </a:pPr>
            <a:r>
              <a:t/>
            </a:r>
            <a:endParaRPr b="1">
              <a:solidFill>
                <a:schemeClr val="dk1"/>
              </a:solidFill>
            </a:endParaRPr>
          </a:p>
        </p:txBody>
      </p:sp>
      <p:sp>
        <p:nvSpPr>
          <p:cNvPr id="714" name="Google Shape;714;p4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15" name="Google Shape;715;p45"/>
          <p:cNvSpPr txBox="1"/>
          <p:nvPr/>
        </p:nvSpPr>
        <p:spPr>
          <a:xfrm>
            <a:off x="334078" y="706941"/>
            <a:ext cx="5544617"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PRESENT: WHO I AM TODAY</a:t>
            </a:r>
            <a:endParaRPr/>
          </a:p>
        </p:txBody>
      </p:sp>
      <p:sp>
        <p:nvSpPr>
          <p:cNvPr id="716" name="Google Shape;716;p45"/>
          <p:cNvSpPr txBox="1"/>
          <p:nvPr/>
        </p:nvSpPr>
        <p:spPr>
          <a:xfrm>
            <a:off x="243213" y="879668"/>
            <a:ext cx="880465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006C51"/>
                </a:solidFill>
                <a:latin typeface="Arial"/>
                <a:ea typeface="Arial"/>
                <a:cs typeface="Arial"/>
                <a:sym typeface="Arial"/>
              </a:rPr>
              <a:t>Think about your current self. Use the space below to describe the key aspects of who you are today.</a:t>
            </a:r>
            <a:endParaRPr/>
          </a:p>
        </p:txBody>
      </p:sp>
      <p:sp>
        <p:nvSpPr>
          <p:cNvPr id="717" name="Google Shape;717;p45"/>
          <p:cNvSpPr txBox="1"/>
          <p:nvPr/>
        </p:nvSpPr>
        <p:spPr>
          <a:xfrm>
            <a:off x="243213" y="1133584"/>
            <a:ext cx="8157000" cy="5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Arial"/>
                <a:ea typeface="Arial"/>
                <a:cs typeface="Arial"/>
                <a:sym typeface="Arial"/>
              </a:rPr>
              <a:t>PERSONALLY, and PROFESSIONALLY: </a:t>
            </a:r>
            <a:endParaRPr/>
          </a:p>
          <a:p>
            <a:pPr indent="0" lvl="0" marL="0" marR="0" rtl="0" algn="l">
              <a:spcBef>
                <a:spcPts val="0"/>
              </a:spcBef>
              <a:spcAft>
                <a:spcPts val="0"/>
              </a:spcAft>
              <a:buNone/>
            </a:pPr>
            <a:r>
              <a:rPr lang="en-US" sz="1050">
                <a:solidFill>
                  <a:srgbClr val="006C51"/>
                </a:solidFill>
                <a:latin typeface="Arial"/>
                <a:ea typeface="Arial"/>
                <a:cs typeface="Arial"/>
                <a:sym typeface="Arial"/>
              </a:rPr>
              <a:t>What are the key elements of my identity at home &amp; at work? </a:t>
            </a:r>
            <a:endParaRPr/>
          </a:p>
          <a:p>
            <a:pPr indent="0" lvl="0" marL="0" marR="0" rtl="0" algn="l">
              <a:spcBef>
                <a:spcPts val="0"/>
              </a:spcBef>
              <a:spcAft>
                <a:spcPts val="0"/>
              </a:spcAft>
              <a:buNone/>
            </a:pPr>
            <a:r>
              <a:rPr lang="en-US" sz="1050">
                <a:solidFill>
                  <a:srgbClr val="006C51"/>
                </a:solidFill>
                <a:latin typeface="Arial"/>
                <a:ea typeface="Arial"/>
                <a:cs typeface="Arial"/>
                <a:sym typeface="Arial"/>
              </a:rPr>
              <a:t>What motivates me? </a:t>
            </a:r>
            <a:endParaRPr sz="1050">
              <a:solidFill>
                <a:srgbClr val="006C51"/>
              </a:solidFill>
              <a:latin typeface="Arial"/>
              <a:ea typeface="Arial"/>
              <a:cs typeface="Arial"/>
              <a:sym typeface="Arial"/>
            </a:endParaRPr>
          </a:p>
        </p:txBody>
      </p:sp>
      <p:sp>
        <p:nvSpPr>
          <p:cNvPr id="718" name="Google Shape;718;p45"/>
          <p:cNvSpPr txBox="1"/>
          <p:nvPr/>
        </p:nvSpPr>
        <p:spPr>
          <a:xfrm>
            <a:off x="1475656" y="224784"/>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Present</a:t>
            </a:r>
            <a:endParaRPr sz="2000">
              <a:solidFill>
                <a:schemeClr val="dk1"/>
              </a:solidFill>
              <a:latin typeface="Arial"/>
              <a:ea typeface="Arial"/>
              <a:cs typeface="Arial"/>
              <a:sym typeface="Arial"/>
            </a:endParaRPr>
          </a:p>
        </p:txBody>
      </p:sp>
      <p:grpSp>
        <p:nvGrpSpPr>
          <p:cNvPr id="719" name="Google Shape;719;p45"/>
          <p:cNvGrpSpPr/>
          <p:nvPr/>
        </p:nvGrpSpPr>
        <p:grpSpPr>
          <a:xfrm>
            <a:off x="127565" y="238493"/>
            <a:ext cx="1348091" cy="346382"/>
            <a:chOff x="127565" y="238493"/>
            <a:chExt cx="1348091" cy="346382"/>
          </a:xfrm>
        </p:grpSpPr>
        <p:sp>
          <p:nvSpPr>
            <p:cNvPr id="720" name="Google Shape;720;p45"/>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21" name="Google Shape;721;p45"/>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pic>
        <p:nvPicPr>
          <p:cNvPr id="722" name="Google Shape;722;p45"/>
          <p:cNvPicPr preferRelativeResize="0"/>
          <p:nvPr/>
        </p:nvPicPr>
        <p:blipFill rotWithShape="1">
          <a:blip r:embed="rId3">
            <a:alphaModFix/>
          </a:blip>
          <a:srcRect b="0" l="0" r="0" t="0"/>
          <a:stretch/>
        </p:blipFill>
        <p:spPr>
          <a:xfrm>
            <a:off x="7806211" y="3651042"/>
            <a:ext cx="932769" cy="11004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46"/>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28" name="Google Shape;728;p46"/>
          <p:cNvSpPr txBox="1"/>
          <p:nvPr/>
        </p:nvSpPr>
        <p:spPr>
          <a:xfrm>
            <a:off x="251520" y="699542"/>
            <a:ext cx="7416824"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PAST: LIFE EXPERIENCES THAT MADE ME WHO I AM (PERSONAL) </a:t>
            </a:r>
            <a:endParaRPr/>
          </a:p>
        </p:txBody>
      </p:sp>
      <p:sp>
        <p:nvSpPr>
          <p:cNvPr id="729" name="Google Shape;729;p46"/>
          <p:cNvSpPr txBox="1"/>
          <p:nvPr/>
        </p:nvSpPr>
        <p:spPr>
          <a:xfrm>
            <a:off x="163569" y="878632"/>
            <a:ext cx="8869747" cy="5770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050"/>
              <a:buFont typeface="Arial"/>
              <a:buNone/>
            </a:pPr>
            <a:r>
              <a:rPr lang="en-US" sz="1050">
                <a:solidFill>
                  <a:schemeClr val="accent1"/>
                </a:solidFill>
                <a:latin typeface="Arial"/>
                <a:ea typeface="Arial"/>
                <a:cs typeface="Arial"/>
                <a:sym typeface="Arial"/>
              </a:rPr>
              <a:t>Reflect on significant events and experiences from your life. Use the space below to write about moments that shaped your character and values.  What were some of the highs (times of confidence and growth) and lows (times of self-doubt and/or transition) you experienced during childhood, young adulthood and in your recent past?</a:t>
            </a:r>
            <a:endParaRPr/>
          </a:p>
        </p:txBody>
      </p:sp>
      <p:sp>
        <p:nvSpPr>
          <p:cNvPr id="730" name="Google Shape;730;p46"/>
          <p:cNvSpPr txBox="1"/>
          <p:nvPr/>
        </p:nvSpPr>
        <p:spPr>
          <a:xfrm>
            <a:off x="1475656" y="224784"/>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Past</a:t>
            </a:r>
            <a:endParaRPr sz="2000">
              <a:solidFill>
                <a:schemeClr val="dk1"/>
              </a:solidFill>
              <a:latin typeface="Arial"/>
              <a:ea typeface="Arial"/>
              <a:cs typeface="Arial"/>
              <a:sym typeface="Arial"/>
            </a:endParaRPr>
          </a:p>
        </p:txBody>
      </p:sp>
      <p:grpSp>
        <p:nvGrpSpPr>
          <p:cNvPr id="731" name="Google Shape;731;p46"/>
          <p:cNvGrpSpPr/>
          <p:nvPr/>
        </p:nvGrpSpPr>
        <p:grpSpPr>
          <a:xfrm>
            <a:off x="127565" y="238493"/>
            <a:ext cx="1348091" cy="346382"/>
            <a:chOff x="127565" y="238493"/>
            <a:chExt cx="1348091" cy="346382"/>
          </a:xfrm>
        </p:grpSpPr>
        <p:sp>
          <p:nvSpPr>
            <p:cNvPr id="732" name="Google Shape;732;p46"/>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33" name="Google Shape;733;p46"/>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aphicFrame>
        <p:nvGraphicFramePr>
          <p:cNvPr id="734" name="Google Shape;734;p46"/>
          <p:cNvGraphicFramePr/>
          <p:nvPr/>
        </p:nvGraphicFramePr>
        <p:xfrm>
          <a:off x="251520" y="1477575"/>
          <a:ext cx="3000000" cy="3000000"/>
        </p:xfrm>
        <a:graphic>
          <a:graphicData uri="http://schemas.openxmlformats.org/drawingml/2006/table">
            <a:tbl>
              <a:tblPr bandRow="1" firstRow="1">
                <a:noFill/>
                <a:tableStyleId>{29EECABB-D4E1-4C2E-9777-9F924D079166}</a:tableStyleId>
              </a:tblPr>
              <a:tblGrid>
                <a:gridCol w="979925"/>
                <a:gridCol w="3830525"/>
                <a:gridCol w="3830525"/>
              </a:tblGrid>
              <a:tr h="239650">
                <a:tc>
                  <a:txBody>
                    <a:bodyPr/>
                    <a:lstStyle/>
                    <a:p>
                      <a:pPr indent="0" lvl="0" marL="0" marR="0" rtl="0" algn="l">
                        <a:spcBef>
                          <a:spcPts val="0"/>
                        </a:spcBef>
                        <a:spcAft>
                          <a:spcPts val="0"/>
                        </a:spcAft>
                        <a:buNone/>
                      </a:pPr>
                      <a:r>
                        <a:rPr lang="en-US" sz="1100" u="none" cap="none" strike="noStrike">
                          <a:solidFill>
                            <a:schemeClr val="dk1"/>
                          </a:solidFill>
                        </a:rPr>
                        <a:t>Age Range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c>
                  <a:txBody>
                    <a:bodyPr/>
                    <a:lstStyle/>
                    <a:p>
                      <a:pPr indent="0" lvl="0" marL="0" marR="0" rtl="0" algn="ctr">
                        <a:spcBef>
                          <a:spcPts val="0"/>
                        </a:spcBef>
                        <a:spcAft>
                          <a:spcPts val="0"/>
                        </a:spcAft>
                        <a:buNone/>
                      </a:pPr>
                      <a:r>
                        <a:rPr lang="en-US" sz="1100">
                          <a:solidFill>
                            <a:schemeClr val="dk1"/>
                          </a:solidFill>
                        </a:rPr>
                        <a:t>HIGHS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c>
                  <a:txBody>
                    <a:bodyPr/>
                    <a:lstStyle/>
                    <a:p>
                      <a:pPr indent="0" lvl="0" marL="0" marR="0" rtl="0" algn="ctr">
                        <a:spcBef>
                          <a:spcPts val="0"/>
                        </a:spcBef>
                        <a:spcAft>
                          <a:spcPts val="0"/>
                        </a:spcAft>
                        <a:buNone/>
                      </a:pPr>
                      <a:r>
                        <a:rPr lang="en-US" sz="1100">
                          <a:solidFill>
                            <a:schemeClr val="dk1"/>
                          </a:solidFill>
                        </a:rPr>
                        <a:t>LOWS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C000"/>
                    </a:solidFill>
                  </a:tcPr>
                </a:tc>
              </a:tr>
              <a:tr h="549775">
                <a:tc>
                  <a:txBody>
                    <a:bodyPr/>
                    <a:lstStyle/>
                    <a:p>
                      <a:pPr indent="0" lvl="0" marL="0" marR="0" rtl="0" algn="ctr">
                        <a:spcBef>
                          <a:spcPts val="0"/>
                        </a:spcBef>
                        <a:spcAft>
                          <a:spcPts val="0"/>
                        </a:spcAft>
                        <a:buNone/>
                      </a:pPr>
                      <a:r>
                        <a:rPr lang="en-US" sz="1100"/>
                        <a:t>0 to10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I grew up learning the importance of family, respect, and discipline. I enjoyed exploring new things, building friendships, and creating happy memories that shaped my values and personality.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As a child, I experienced shyness and fear of failure. There were times when I lacked confidence and felt afraid of making mistakes or trying new things.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9775">
                <a:tc>
                  <a:txBody>
                    <a:bodyPr/>
                    <a:lstStyle/>
                    <a:p>
                      <a:pPr indent="0" lvl="0" marL="0" marR="0" rtl="0" algn="ctr">
                        <a:spcBef>
                          <a:spcPts val="0"/>
                        </a:spcBef>
                        <a:spcAft>
                          <a:spcPts val="0"/>
                        </a:spcAft>
                        <a:buNone/>
                      </a:pPr>
                      <a:r>
                        <a:rPr lang="en-US" sz="1100"/>
                        <a:t>10 to 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During my teenage years, I developed an interest in technology, computers, and problem-solving. School experiences helped me improve my communication skills, become more independent, and build meaningful friendships.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I faced pressure from academics, future goals, and self-doubt. There were times when I questioned my abilities and felt uncertain about my direction in life.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9775">
                <a:tc>
                  <a:txBody>
                    <a:bodyPr/>
                    <a:lstStyle/>
                    <a:p>
                      <a:pPr indent="0" lvl="0" marL="0" marR="0" rtl="0" algn="ctr">
                        <a:spcBef>
                          <a:spcPts val="0"/>
                        </a:spcBef>
                        <a:spcAft>
                          <a:spcPts val="0"/>
                        </a:spcAft>
                        <a:buNone/>
                      </a:pPr>
                      <a:r>
                        <a:rPr lang="en-US" sz="1100"/>
                        <a:t>20 to 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In my 20s, I focused on personal growth and career development. Passing my projects, graduating college, and becoming part of Fujifilm helped me gain confidence, improve my technical skills, and become more responsible and goal-oriented.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101600" lvl="0" marL="171450" marR="0" rtl="0" algn="l">
                        <a:spcBef>
                          <a:spcPts val="0"/>
                        </a:spcBef>
                        <a:spcAft>
                          <a:spcPts val="0"/>
                        </a:spcAft>
                        <a:buClr>
                          <a:schemeClr val="dk1"/>
                        </a:buClr>
                        <a:buSzPts val="1100"/>
                        <a:buFont typeface="Arial"/>
                        <a:buNone/>
                      </a:pPr>
                      <a:r>
                        <a:rPr lang="en-US" sz="1100"/>
                        <a:t>I experienced stress, pressure, and uncertainty while balancing responsibilities, career goals, and client expectations. Challenges such as finding a job and handling failures tested my confidence, but they also taught me resilience and determination.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3475">
                <a:tc>
                  <a:txBody>
                    <a:bodyPr/>
                    <a:lstStyle/>
                    <a:p>
                      <a:pPr indent="0" lvl="0" marL="0" marR="0" rtl="0" algn="ctr">
                        <a:spcBef>
                          <a:spcPts val="0"/>
                        </a:spcBef>
                        <a:spcAft>
                          <a:spcPts val="0"/>
                        </a:spcAft>
                        <a:buNone/>
                      </a:pPr>
                      <a:r>
                        <a:rPr lang="en-US" sz="1100"/>
                        <a:t>30 to 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3475">
                <a:tc>
                  <a:txBody>
                    <a:bodyPr/>
                    <a:lstStyle/>
                    <a:p>
                      <a:pPr indent="0" lvl="0" marL="0" marR="0" rtl="0" algn="ctr">
                        <a:spcBef>
                          <a:spcPts val="0"/>
                        </a:spcBef>
                        <a:spcAft>
                          <a:spcPts val="0"/>
                        </a:spcAft>
                        <a:buNone/>
                      </a:pPr>
                      <a:r>
                        <a:rPr lang="en-US" sz="1100"/>
                        <a:t>40 to 49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3475">
                <a:tc>
                  <a:txBody>
                    <a:bodyPr/>
                    <a:lstStyle/>
                    <a:p>
                      <a:pPr indent="0" lvl="0" marL="0" marR="0" rtl="0" algn="ctr">
                        <a:spcBef>
                          <a:spcPts val="0"/>
                        </a:spcBef>
                        <a:spcAft>
                          <a:spcPts val="0"/>
                        </a:spcAft>
                        <a:buNone/>
                      </a:pPr>
                      <a:r>
                        <a:rPr lang="en-US" sz="1100"/>
                        <a:t>50 onward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7"/>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40" name="Google Shape;740;p47"/>
          <p:cNvSpPr txBox="1"/>
          <p:nvPr/>
        </p:nvSpPr>
        <p:spPr>
          <a:xfrm>
            <a:off x="251520" y="699542"/>
            <a:ext cx="7416824"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PAST: LIFE EXPERIENCES THAT MADE ME WHO I AM (PROFESSIONAL) </a:t>
            </a:r>
            <a:endParaRPr/>
          </a:p>
        </p:txBody>
      </p:sp>
      <p:sp>
        <p:nvSpPr>
          <p:cNvPr id="741" name="Google Shape;741;p47"/>
          <p:cNvSpPr txBox="1"/>
          <p:nvPr/>
        </p:nvSpPr>
        <p:spPr>
          <a:xfrm>
            <a:off x="166749" y="895353"/>
            <a:ext cx="8869747"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050"/>
              <a:buFont typeface="Arial"/>
              <a:buNone/>
            </a:pPr>
            <a:r>
              <a:rPr lang="en-US" sz="1050">
                <a:solidFill>
                  <a:schemeClr val="accent1"/>
                </a:solidFill>
                <a:latin typeface="Arial"/>
                <a:ea typeface="Arial"/>
                <a:cs typeface="Arial"/>
                <a:sym typeface="Arial"/>
              </a:rPr>
              <a:t>Reflect on significant events and experiences from your professional life. Use the space below to write about highs and lows that shaped you into the professional you are today.  </a:t>
            </a:r>
            <a:endParaRPr/>
          </a:p>
        </p:txBody>
      </p:sp>
      <p:sp>
        <p:nvSpPr>
          <p:cNvPr id="742" name="Google Shape;742;p47"/>
          <p:cNvSpPr txBox="1"/>
          <p:nvPr/>
        </p:nvSpPr>
        <p:spPr>
          <a:xfrm>
            <a:off x="1475656" y="224784"/>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Past</a:t>
            </a:r>
            <a:endParaRPr sz="2000">
              <a:solidFill>
                <a:schemeClr val="dk1"/>
              </a:solidFill>
              <a:latin typeface="Arial"/>
              <a:ea typeface="Arial"/>
              <a:cs typeface="Arial"/>
              <a:sym typeface="Arial"/>
            </a:endParaRPr>
          </a:p>
        </p:txBody>
      </p:sp>
      <p:grpSp>
        <p:nvGrpSpPr>
          <p:cNvPr id="743" name="Google Shape;743;p47"/>
          <p:cNvGrpSpPr/>
          <p:nvPr/>
        </p:nvGrpSpPr>
        <p:grpSpPr>
          <a:xfrm>
            <a:off x="127565" y="238493"/>
            <a:ext cx="1348091" cy="346382"/>
            <a:chOff x="127565" y="238493"/>
            <a:chExt cx="1348091" cy="346382"/>
          </a:xfrm>
        </p:grpSpPr>
        <p:sp>
          <p:nvSpPr>
            <p:cNvPr id="744" name="Google Shape;744;p47"/>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45" name="Google Shape;745;p47"/>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aphicFrame>
        <p:nvGraphicFramePr>
          <p:cNvPr id="746" name="Google Shape;746;p47"/>
          <p:cNvGraphicFramePr/>
          <p:nvPr/>
        </p:nvGraphicFramePr>
        <p:xfrm>
          <a:off x="251520" y="1457640"/>
          <a:ext cx="3000000" cy="3000000"/>
        </p:xfrm>
        <a:graphic>
          <a:graphicData uri="http://schemas.openxmlformats.org/drawingml/2006/table">
            <a:tbl>
              <a:tblPr bandRow="1" firstRow="1">
                <a:noFill/>
                <a:tableStyleId>{29EECABB-D4E1-4C2E-9777-9F924D079166}</a:tableStyleId>
              </a:tblPr>
              <a:tblGrid>
                <a:gridCol w="979925"/>
                <a:gridCol w="3830525"/>
                <a:gridCol w="3830525"/>
              </a:tblGrid>
              <a:tr h="250025">
                <a:tc>
                  <a:txBody>
                    <a:bodyPr/>
                    <a:lstStyle/>
                    <a:p>
                      <a:pPr indent="0" lvl="0" marL="0" marR="0" rtl="0" algn="l">
                        <a:spcBef>
                          <a:spcPts val="0"/>
                        </a:spcBef>
                        <a:spcAft>
                          <a:spcPts val="0"/>
                        </a:spcAft>
                        <a:buNone/>
                      </a:pPr>
                      <a:r>
                        <a:rPr lang="en-US" sz="1200"/>
                        <a:t>Age Range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a:t>HIGHS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a:t>LOWS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20s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5250" lvl="0" marL="171450" marR="0" rtl="0" algn="l">
                        <a:spcBef>
                          <a:spcPts val="0"/>
                        </a:spcBef>
                        <a:spcAft>
                          <a:spcPts val="0"/>
                        </a:spcAft>
                        <a:buClr>
                          <a:schemeClr val="dk1"/>
                        </a:buClr>
                        <a:buSzPts val="1200"/>
                        <a:buFont typeface="Arial"/>
                        <a:buNone/>
                      </a:pPr>
                      <a:r>
                        <a:rPr lang="en-US" sz="1200"/>
                        <a:t>In my 20s, I started building my career and improving my skills in technology and web development. Passing my major projects, graduating college, and becoming part of Fujifilm gave me confidence and motivation to continue growing professionally. These experiences helped me become more responsible, independent, and determined to create a better future for myself and my family.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5250" lvl="0" marL="171450" marR="0" rtl="0" algn="l">
                        <a:spcBef>
                          <a:spcPts val="0"/>
                        </a:spcBef>
                        <a:spcAft>
                          <a:spcPts val="0"/>
                        </a:spcAft>
                        <a:buClr>
                          <a:schemeClr val="dk1"/>
                        </a:buClr>
                        <a:buSzPts val="1200"/>
                        <a:buFont typeface="Arial"/>
                        <a:buNone/>
                      </a:pPr>
                      <a:r>
                        <a:rPr lang="en-US" sz="1200"/>
                        <a:t>My journey also came with pressure, self-doubt, and challenges such as school responsibilities, financial struggles, difficulty finding a job, and project stress. There were times when I questioned my abilities, but these experiences taught me resilience, patience, and the importance of continuous learning. For me, every challenge became a lesson that helped me grow stronger and more confident as a software developer.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30s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40s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4875">
                <a:tc>
                  <a:txBody>
                    <a:bodyPr/>
                    <a:lstStyle/>
                    <a:p>
                      <a:pPr indent="0" lvl="0" marL="0" marR="0" rtl="0" algn="ctr">
                        <a:spcBef>
                          <a:spcPts val="0"/>
                        </a:spcBef>
                        <a:spcAft>
                          <a:spcPts val="0"/>
                        </a:spcAft>
                        <a:buNone/>
                      </a:pPr>
                      <a:r>
                        <a:rPr lang="en-US" sz="1200"/>
                        <a:t>50s onward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id="752" name="Google Shape;752;p48"/>
          <p:cNvPicPr preferRelativeResize="0"/>
          <p:nvPr/>
        </p:nvPicPr>
        <p:blipFill rotWithShape="1">
          <a:blip r:embed="rId3">
            <a:alphaModFix/>
          </a:blip>
          <a:srcRect b="0" l="0" r="0" t="0"/>
          <a:stretch/>
        </p:blipFill>
        <p:spPr>
          <a:xfrm>
            <a:off x="2339752" y="1978991"/>
            <a:ext cx="4293889" cy="2416029"/>
          </a:xfrm>
          <a:prstGeom prst="rect">
            <a:avLst/>
          </a:prstGeom>
          <a:noFill/>
          <a:ln>
            <a:noFill/>
          </a:ln>
        </p:spPr>
      </p:pic>
      <p:sp>
        <p:nvSpPr>
          <p:cNvPr id="753" name="Google Shape;753;p48"/>
          <p:cNvSpPr txBox="1"/>
          <p:nvPr/>
        </p:nvSpPr>
        <p:spPr>
          <a:xfrm>
            <a:off x="235808" y="748480"/>
            <a:ext cx="8627250" cy="95953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0" lang="en-US" sz="1400">
                <a:solidFill>
                  <a:schemeClr val="dk1"/>
                </a:solidFill>
                <a:latin typeface="Arial"/>
                <a:ea typeface="Arial"/>
                <a:cs typeface="Arial"/>
                <a:sym typeface="Arial"/>
              </a:rPr>
              <a:t>Now that you have reflected on your PRESENT and PAST, create an image of your +STORY Life Journey highlighting key moments (both high points and low/challenges) that have shaped who you are today. </a:t>
            </a:r>
            <a:endParaRPr/>
          </a:p>
          <a:p>
            <a:pPr indent="0" lvl="0" marL="0" marR="0" rtl="0" algn="l">
              <a:lnSpc>
                <a:spcPct val="100000"/>
              </a:lnSpc>
              <a:spcBef>
                <a:spcPts val="150"/>
              </a:spcBef>
              <a:spcAft>
                <a:spcPts val="0"/>
              </a:spcAft>
              <a:buClr>
                <a:schemeClr val="dk1"/>
              </a:buClr>
              <a:buSzPts val="1400"/>
              <a:buFont typeface="Arial"/>
              <a:buNone/>
            </a:pPr>
            <a:r>
              <a:t/>
            </a:r>
            <a:endParaRPr b="0" sz="1400">
              <a:solidFill>
                <a:schemeClr val="dk1"/>
              </a:solidFill>
              <a:latin typeface="Arial"/>
              <a:ea typeface="Arial"/>
              <a:cs typeface="Arial"/>
              <a:sym typeface="Arial"/>
            </a:endParaRPr>
          </a:p>
          <a:p>
            <a:pPr indent="0" lvl="0" marL="0" marR="0" rtl="0" algn="l">
              <a:lnSpc>
                <a:spcPct val="100000"/>
              </a:lnSpc>
              <a:spcBef>
                <a:spcPts val="150"/>
              </a:spcBef>
              <a:spcAft>
                <a:spcPts val="0"/>
              </a:spcAft>
              <a:buClr>
                <a:schemeClr val="dk1"/>
              </a:buClr>
              <a:buSzPts val="1400"/>
              <a:buFont typeface="Arial"/>
              <a:buNone/>
            </a:pPr>
            <a:r>
              <a:rPr b="0" lang="en-US" sz="1400">
                <a:solidFill>
                  <a:schemeClr val="dk1"/>
                </a:solidFill>
                <a:latin typeface="Arial"/>
                <a:ea typeface="Arial"/>
                <a:cs typeface="Arial"/>
                <a:sym typeface="Arial"/>
              </a:rPr>
              <a:t>PRESENT refers to your journey when you start your tenure with Fujifilm.</a:t>
            </a:r>
            <a:endParaRPr/>
          </a:p>
        </p:txBody>
      </p:sp>
      <p:sp>
        <p:nvSpPr>
          <p:cNvPr id="754" name="Google Shape;754;p48"/>
          <p:cNvSpPr txBox="1"/>
          <p:nvPr/>
        </p:nvSpPr>
        <p:spPr>
          <a:xfrm>
            <a:off x="1511891" y="267128"/>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Life Journey Image</a:t>
            </a:r>
            <a:endParaRPr sz="2000">
              <a:solidFill>
                <a:schemeClr val="dk1"/>
              </a:solidFill>
              <a:latin typeface="Arial"/>
              <a:ea typeface="Arial"/>
              <a:cs typeface="Arial"/>
              <a:sym typeface="Arial"/>
            </a:endParaRPr>
          </a:p>
        </p:txBody>
      </p:sp>
      <p:grpSp>
        <p:nvGrpSpPr>
          <p:cNvPr id="755" name="Google Shape;755;p48"/>
          <p:cNvGrpSpPr/>
          <p:nvPr/>
        </p:nvGrpSpPr>
        <p:grpSpPr>
          <a:xfrm>
            <a:off x="199804" y="267128"/>
            <a:ext cx="1348091" cy="346382"/>
            <a:chOff x="127565" y="238493"/>
            <a:chExt cx="1348091" cy="346382"/>
          </a:xfrm>
        </p:grpSpPr>
        <p:sp>
          <p:nvSpPr>
            <p:cNvPr id="756" name="Google Shape;756;p48"/>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57" name="Google Shape;757;p48"/>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grpSp>
        <p:nvGrpSpPr>
          <p:cNvPr id="758" name="Google Shape;758;p48"/>
          <p:cNvGrpSpPr/>
          <p:nvPr/>
        </p:nvGrpSpPr>
        <p:grpSpPr>
          <a:xfrm>
            <a:off x="235808" y="2490270"/>
            <a:ext cx="1817664" cy="862556"/>
            <a:chOff x="571915" y="1665792"/>
            <a:chExt cx="1817664" cy="862556"/>
          </a:xfrm>
        </p:grpSpPr>
        <p:sp>
          <p:nvSpPr>
            <p:cNvPr id="759" name="Google Shape;759;p48"/>
            <p:cNvSpPr txBox="1"/>
            <p:nvPr/>
          </p:nvSpPr>
          <p:spPr>
            <a:xfrm>
              <a:off x="571915" y="1882017"/>
              <a:ext cx="181766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List your High and Low events from past and present</a:t>
              </a:r>
              <a:endParaRPr/>
            </a:p>
          </p:txBody>
        </p:sp>
        <p:sp>
          <p:nvSpPr>
            <p:cNvPr id="760" name="Google Shape;760;p48"/>
            <p:cNvSpPr/>
            <p:nvPr/>
          </p:nvSpPr>
          <p:spPr>
            <a:xfrm>
              <a:off x="622862" y="1665792"/>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1</a:t>
              </a:r>
              <a:endParaRPr/>
            </a:p>
          </p:txBody>
        </p:sp>
      </p:grpSp>
      <p:grpSp>
        <p:nvGrpSpPr>
          <p:cNvPr id="761" name="Google Shape;761;p48"/>
          <p:cNvGrpSpPr/>
          <p:nvPr/>
        </p:nvGrpSpPr>
        <p:grpSpPr>
          <a:xfrm>
            <a:off x="6837298" y="2491449"/>
            <a:ext cx="2016224" cy="861377"/>
            <a:chOff x="235808" y="3206985"/>
            <a:chExt cx="2016224" cy="861377"/>
          </a:xfrm>
        </p:grpSpPr>
        <p:sp>
          <p:nvSpPr>
            <p:cNvPr id="762" name="Google Shape;762;p48"/>
            <p:cNvSpPr txBox="1"/>
            <p:nvPr/>
          </p:nvSpPr>
          <p:spPr>
            <a:xfrm>
              <a:off x="235808" y="3422031"/>
              <a:ext cx="201622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your insights / learnings from at least one High and Low event</a:t>
              </a:r>
              <a:endParaRPr sz="1200">
                <a:solidFill>
                  <a:schemeClr val="dk1"/>
                </a:solidFill>
                <a:latin typeface="Arial"/>
                <a:ea typeface="Arial"/>
                <a:cs typeface="Arial"/>
                <a:sym typeface="Arial"/>
              </a:endParaRPr>
            </a:p>
          </p:txBody>
        </p:sp>
        <p:sp>
          <p:nvSpPr>
            <p:cNvPr id="763" name="Google Shape;763;p48"/>
            <p:cNvSpPr/>
            <p:nvPr/>
          </p:nvSpPr>
          <p:spPr>
            <a:xfrm>
              <a:off x="323528" y="3206985"/>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3</a:t>
              </a:r>
              <a:endParaRPr/>
            </a:p>
          </p:txBody>
        </p:sp>
      </p:grpSp>
      <p:grpSp>
        <p:nvGrpSpPr>
          <p:cNvPr id="764" name="Google Shape;764;p48"/>
          <p:cNvGrpSpPr/>
          <p:nvPr/>
        </p:nvGrpSpPr>
        <p:grpSpPr>
          <a:xfrm>
            <a:off x="6876256" y="3576475"/>
            <a:ext cx="2016224" cy="1049378"/>
            <a:chOff x="6887558" y="3749156"/>
            <a:chExt cx="2016224" cy="1049378"/>
          </a:xfrm>
        </p:grpSpPr>
        <p:sp>
          <p:nvSpPr>
            <p:cNvPr id="765" name="Google Shape;765;p48"/>
            <p:cNvSpPr txBox="1"/>
            <p:nvPr/>
          </p:nvSpPr>
          <p:spPr>
            <a:xfrm>
              <a:off x="6887558" y="3967537"/>
              <a:ext cx="20162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the common factors you have identified from your High and Low events</a:t>
              </a:r>
              <a:endParaRPr/>
            </a:p>
          </p:txBody>
        </p:sp>
        <p:sp>
          <p:nvSpPr>
            <p:cNvPr id="766" name="Google Shape;766;p48"/>
            <p:cNvSpPr/>
            <p:nvPr/>
          </p:nvSpPr>
          <p:spPr>
            <a:xfrm>
              <a:off x="7004983" y="3749156"/>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4</a:t>
              </a:r>
              <a:endParaRPr/>
            </a:p>
          </p:txBody>
        </p:sp>
      </p:grpSp>
      <p:cxnSp>
        <p:nvCxnSpPr>
          <p:cNvPr id="767" name="Google Shape;767;p48"/>
          <p:cNvCxnSpPr/>
          <p:nvPr/>
        </p:nvCxnSpPr>
        <p:spPr>
          <a:xfrm flipH="1" rot="10800000">
            <a:off x="1835696" y="2571750"/>
            <a:ext cx="648072" cy="407605"/>
          </a:xfrm>
          <a:prstGeom prst="straightConnector1">
            <a:avLst/>
          </a:prstGeom>
          <a:noFill/>
          <a:ln cap="flat" cmpd="sng" w="9525">
            <a:solidFill>
              <a:schemeClr val="accent1"/>
            </a:solidFill>
            <a:prstDash val="solid"/>
            <a:miter lim="800000"/>
            <a:headEnd len="sm" w="sm" type="none"/>
            <a:tailEnd len="med" w="med" type="triangle"/>
          </a:ln>
        </p:spPr>
      </p:cxnSp>
      <p:cxnSp>
        <p:nvCxnSpPr>
          <p:cNvPr id="768" name="Google Shape;768;p48"/>
          <p:cNvCxnSpPr/>
          <p:nvPr/>
        </p:nvCxnSpPr>
        <p:spPr>
          <a:xfrm>
            <a:off x="1835696" y="2979355"/>
            <a:ext cx="720080" cy="624942"/>
          </a:xfrm>
          <a:prstGeom prst="straightConnector1">
            <a:avLst/>
          </a:prstGeom>
          <a:noFill/>
          <a:ln cap="flat" cmpd="sng" w="9525">
            <a:solidFill>
              <a:schemeClr val="accent1"/>
            </a:solidFill>
            <a:prstDash val="solid"/>
            <a:miter lim="800000"/>
            <a:headEnd len="sm" w="sm" type="none"/>
            <a:tailEnd len="med" w="med" type="triangle"/>
          </a:ln>
        </p:spPr>
      </p:cxnSp>
      <p:cxnSp>
        <p:nvCxnSpPr>
          <p:cNvPr id="769" name="Google Shape;769;p48"/>
          <p:cNvCxnSpPr/>
          <p:nvPr/>
        </p:nvCxnSpPr>
        <p:spPr>
          <a:xfrm rot="10800000">
            <a:off x="3474999" y="2668453"/>
            <a:ext cx="3293199" cy="388880"/>
          </a:xfrm>
          <a:prstGeom prst="straightConnector1">
            <a:avLst/>
          </a:prstGeom>
          <a:noFill/>
          <a:ln cap="flat" cmpd="sng" w="9525">
            <a:solidFill>
              <a:schemeClr val="accent1"/>
            </a:solidFill>
            <a:prstDash val="solid"/>
            <a:miter lim="800000"/>
            <a:headEnd len="sm" w="sm" type="none"/>
            <a:tailEnd len="med" w="med" type="triangle"/>
          </a:ln>
        </p:spPr>
      </p:cxnSp>
      <p:cxnSp>
        <p:nvCxnSpPr>
          <p:cNvPr id="770" name="Google Shape;770;p48"/>
          <p:cNvCxnSpPr/>
          <p:nvPr/>
        </p:nvCxnSpPr>
        <p:spPr>
          <a:xfrm flipH="1">
            <a:off x="3444089" y="3051750"/>
            <a:ext cx="3306977" cy="741337"/>
          </a:xfrm>
          <a:prstGeom prst="straightConnector1">
            <a:avLst/>
          </a:prstGeom>
          <a:noFill/>
          <a:ln cap="flat" cmpd="sng" w="9525">
            <a:solidFill>
              <a:schemeClr val="accent1"/>
            </a:solidFill>
            <a:prstDash val="solid"/>
            <a:miter lim="800000"/>
            <a:headEnd len="sm" w="sm" type="none"/>
            <a:tailEnd len="med" w="med" type="triangle"/>
          </a:ln>
        </p:spPr>
      </p:cxnSp>
      <p:cxnSp>
        <p:nvCxnSpPr>
          <p:cNvPr id="771" name="Google Shape;771;p48"/>
          <p:cNvCxnSpPr/>
          <p:nvPr/>
        </p:nvCxnSpPr>
        <p:spPr>
          <a:xfrm flipH="1">
            <a:off x="5820792" y="3950072"/>
            <a:ext cx="930274" cy="360040"/>
          </a:xfrm>
          <a:prstGeom prst="straightConnector1">
            <a:avLst/>
          </a:prstGeom>
          <a:noFill/>
          <a:ln cap="flat" cmpd="sng" w="9525">
            <a:solidFill>
              <a:schemeClr val="accent1"/>
            </a:solidFill>
            <a:prstDash val="solid"/>
            <a:miter lim="800000"/>
            <a:headEnd len="sm" w="sm" type="none"/>
            <a:tailEnd len="med" w="med" type="triangle"/>
          </a:ln>
        </p:spPr>
      </p:cxnSp>
      <p:grpSp>
        <p:nvGrpSpPr>
          <p:cNvPr id="772" name="Google Shape;772;p48"/>
          <p:cNvGrpSpPr/>
          <p:nvPr/>
        </p:nvGrpSpPr>
        <p:grpSpPr>
          <a:xfrm>
            <a:off x="6804248" y="1605251"/>
            <a:ext cx="2088232" cy="676711"/>
            <a:chOff x="235808" y="3206985"/>
            <a:chExt cx="2088232" cy="676711"/>
          </a:xfrm>
        </p:grpSpPr>
        <p:sp>
          <p:nvSpPr>
            <p:cNvPr id="773" name="Google Shape;773;p48"/>
            <p:cNvSpPr txBox="1"/>
            <p:nvPr/>
          </p:nvSpPr>
          <p:spPr>
            <a:xfrm>
              <a:off x="235808" y="3422031"/>
              <a:ext cx="208823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Adjust the lengths of indicators where necessary</a:t>
              </a:r>
              <a:endParaRPr sz="1200">
                <a:solidFill>
                  <a:schemeClr val="dk1"/>
                </a:solidFill>
                <a:latin typeface="Arial"/>
                <a:ea typeface="Arial"/>
                <a:cs typeface="Arial"/>
                <a:sym typeface="Arial"/>
              </a:endParaRPr>
            </a:p>
          </p:txBody>
        </p:sp>
        <p:sp>
          <p:nvSpPr>
            <p:cNvPr id="774" name="Google Shape;774;p48"/>
            <p:cNvSpPr/>
            <p:nvPr/>
          </p:nvSpPr>
          <p:spPr>
            <a:xfrm>
              <a:off x="323528" y="3206985"/>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2</a:t>
              </a:r>
              <a:endParaRPr/>
            </a:p>
          </p:txBody>
        </p:sp>
      </p:grpSp>
      <p:cxnSp>
        <p:nvCxnSpPr>
          <p:cNvPr id="775" name="Google Shape;775;p48"/>
          <p:cNvCxnSpPr/>
          <p:nvPr/>
        </p:nvCxnSpPr>
        <p:spPr>
          <a:xfrm flipH="1">
            <a:off x="5868144" y="2143463"/>
            <a:ext cx="969232" cy="107721"/>
          </a:xfrm>
          <a:prstGeom prst="straightConnector1">
            <a:avLst/>
          </a:prstGeom>
          <a:noFill/>
          <a:ln cap="flat" cmpd="sng" w="9525">
            <a:solidFill>
              <a:schemeClr val="accent1"/>
            </a:solidFill>
            <a:prstDash val="solid"/>
            <a:miter lim="800000"/>
            <a:headEnd len="sm" w="sm" type="none"/>
            <a:tailEnd len="med" w="med" type="triangle"/>
          </a:ln>
        </p:spPr>
      </p:cxnSp>
      <p:cxnSp>
        <p:nvCxnSpPr>
          <p:cNvPr id="776" name="Google Shape;776;p48"/>
          <p:cNvCxnSpPr/>
          <p:nvPr/>
        </p:nvCxnSpPr>
        <p:spPr>
          <a:xfrm flipH="1">
            <a:off x="3707904" y="2143463"/>
            <a:ext cx="3129472" cy="68247"/>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49"/>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782" name="Google Shape;782;p49"/>
          <p:cNvSpPr txBox="1"/>
          <p:nvPr/>
        </p:nvSpPr>
        <p:spPr>
          <a:xfrm>
            <a:off x="1511891" y="267128"/>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Creation of My +STORY – Life Journey Image</a:t>
            </a:r>
            <a:endParaRPr sz="2000">
              <a:solidFill>
                <a:schemeClr val="dk1"/>
              </a:solidFill>
              <a:latin typeface="Arial"/>
              <a:ea typeface="Arial"/>
              <a:cs typeface="Arial"/>
              <a:sym typeface="Arial"/>
            </a:endParaRPr>
          </a:p>
        </p:txBody>
      </p:sp>
      <p:grpSp>
        <p:nvGrpSpPr>
          <p:cNvPr id="783" name="Google Shape;783;p49"/>
          <p:cNvGrpSpPr/>
          <p:nvPr/>
        </p:nvGrpSpPr>
        <p:grpSpPr>
          <a:xfrm>
            <a:off x="199804" y="267128"/>
            <a:ext cx="1348091" cy="346382"/>
            <a:chOff x="127565" y="238493"/>
            <a:chExt cx="1348091" cy="346382"/>
          </a:xfrm>
        </p:grpSpPr>
        <p:sp>
          <p:nvSpPr>
            <p:cNvPr id="784" name="Google Shape;784;p49"/>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785" name="Google Shape;785;p49"/>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sp>
        <p:nvSpPr>
          <p:cNvPr id="786" name="Google Shape;786;p49"/>
          <p:cNvSpPr txBox="1"/>
          <p:nvPr/>
        </p:nvSpPr>
        <p:spPr>
          <a:xfrm>
            <a:off x="323528" y="3042922"/>
            <a:ext cx="6327220" cy="1327757"/>
          </a:xfrm>
          <a:prstGeom prst="rect">
            <a:avLst/>
          </a:prstGeom>
          <a:noFill/>
          <a:ln>
            <a:noFill/>
          </a:ln>
        </p:spPr>
        <p:txBody>
          <a:bodyPr anchorCtr="0" anchor="t" bIns="0" lIns="0" spcFirstLastPara="1" rIns="0" wrap="square" tIns="0">
            <a:noAutofit/>
          </a:bodyPr>
          <a:lstStyle/>
          <a:p>
            <a:pPr indent="-228600" lvl="0" marL="228600" marR="0" rtl="0" algn="l">
              <a:lnSpc>
                <a:spcPct val="100000"/>
              </a:lnSpc>
              <a:spcBef>
                <a:spcPts val="0"/>
              </a:spcBef>
              <a:spcAft>
                <a:spcPts val="0"/>
              </a:spcAft>
              <a:buClr>
                <a:schemeClr val="dk1"/>
              </a:buClr>
              <a:buSzPts val="1200"/>
              <a:buFont typeface="Arial"/>
              <a:buAutoNum type="arabicPeriod"/>
            </a:pPr>
            <a:r>
              <a:rPr b="0" lang="en-US" sz="1200">
                <a:solidFill>
                  <a:schemeClr val="dk1"/>
                </a:solidFill>
                <a:latin typeface="Arial"/>
                <a:ea typeface="Arial"/>
                <a:cs typeface="Arial"/>
                <a:sym typeface="Arial"/>
              </a:rPr>
              <a:t>Go to "Insert" Tab: Click on "Shapes" in the toolbar.</a:t>
            </a:r>
            <a:endParaRPr/>
          </a:p>
          <a:p>
            <a:pPr indent="-228600" lvl="0" marL="228600" marR="0" rtl="0" algn="l">
              <a:lnSpc>
                <a:spcPct val="100000"/>
              </a:lnSpc>
              <a:spcBef>
                <a:spcPts val="300"/>
              </a:spcBef>
              <a:spcAft>
                <a:spcPts val="0"/>
              </a:spcAft>
              <a:buClr>
                <a:schemeClr val="dk1"/>
              </a:buClr>
              <a:buSzPts val="1200"/>
              <a:buFont typeface="Arial"/>
              <a:buAutoNum type="arabicPeriod"/>
            </a:pPr>
            <a:r>
              <a:rPr b="0" lang="en-US" sz="1200">
                <a:solidFill>
                  <a:schemeClr val="dk1"/>
                </a:solidFill>
                <a:latin typeface="Arial"/>
                <a:ea typeface="Arial"/>
                <a:cs typeface="Arial"/>
                <a:sym typeface="Arial"/>
              </a:rPr>
              <a:t>Select "Curve" Shape: In the dropdown menu, find the "Curve" tool (usually under "Lines"). </a:t>
            </a:r>
            <a:endParaRPr/>
          </a:p>
          <a:p>
            <a:pPr indent="-228600" lvl="0" marL="228600" marR="0" rtl="0" algn="l">
              <a:lnSpc>
                <a:spcPct val="100000"/>
              </a:lnSpc>
              <a:spcBef>
                <a:spcPts val="300"/>
              </a:spcBef>
              <a:spcAft>
                <a:spcPts val="0"/>
              </a:spcAft>
              <a:buClr>
                <a:schemeClr val="dk1"/>
              </a:buClr>
              <a:buSzPts val="1200"/>
              <a:buFont typeface="Arial"/>
              <a:buAutoNum type="arabicPeriod"/>
            </a:pPr>
            <a:r>
              <a:rPr b="0" lang="en-US" sz="1200">
                <a:solidFill>
                  <a:schemeClr val="dk1"/>
                </a:solidFill>
                <a:latin typeface="Arial"/>
                <a:ea typeface="Arial"/>
                <a:cs typeface="Arial"/>
                <a:sym typeface="Arial"/>
              </a:rPr>
              <a:t>Draw Your Life Journey Image Line: (1) Click once on the timeline to start your line. (2) Click again at each point where your experience shifts (up for positive experiences, down for challenging ones). (3) To complete the line, double-click or connect back to the end point.</a:t>
            </a:r>
            <a:endParaRPr/>
          </a:p>
          <a:p>
            <a:pPr indent="-228600" lvl="0" marL="228600" marR="0" rtl="0" algn="l">
              <a:lnSpc>
                <a:spcPct val="100000"/>
              </a:lnSpc>
              <a:spcBef>
                <a:spcPts val="30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Print a copy of your MY +STORY Life Journey Image for your discussion group during the workshop.</a:t>
            </a:r>
            <a:endParaRPr/>
          </a:p>
        </p:txBody>
      </p:sp>
      <p:pic>
        <p:nvPicPr>
          <p:cNvPr id="787" name="Google Shape;787;p49"/>
          <p:cNvPicPr preferRelativeResize="0"/>
          <p:nvPr/>
        </p:nvPicPr>
        <p:blipFill rotWithShape="1">
          <a:blip r:embed="rId3">
            <a:alphaModFix/>
          </a:blip>
          <a:srcRect b="9484" l="35738" r="0" t="12566"/>
          <a:stretch/>
        </p:blipFill>
        <p:spPr>
          <a:xfrm>
            <a:off x="6897390" y="3119262"/>
            <a:ext cx="1841590" cy="1183741"/>
          </a:xfrm>
          <a:prstGeom prst="rect">
            <a:avLst/>
          </a:prstGeom>
          <a:noFill/>
          <a:ln>
            <a:noFill/>
          </a:ln>
          <a:effectLst>
            <a:outerShdw blurRad="63500" sx="102000" rotWithShape="0" algn="ctr" sy="102000">
              <a:srgbClr val="000000">
                <a:alpha val="40000"/>
              </a:srgbClr>
            </a:outerShdw>
          </a:effectLst>
        </p:spPr>
      </p:pic>
      <p:pic>
        <p:nvPicPr>
          <p:cNvPr id="788" name="Google Shape;788;p49"/>
          <p:cNvPicPr preferRelativeResize="0"/>
          <p:nvPr/>
        </p:nvPicPr>
        <p:blipFill rotWithShape="1">
          <a:blip r:embed="rId4">
            <a:alphaModFix/>
          </a:blip>
          <a:srcRect b="0" l="0" r="0" t="0"/>
          <a:stretch/>
        </p:blipFill>
        <p:spPr>
          <a:xfrm>
            <a:off x="4067944" y="743074"/>
            <a:ext cx="3678248" cy="2069015"/>
          </a:xfrm>
          <a:prstGeom prst="rect">
            <a:avLst/>
          </a:prstGeom>
          <a:noFill/>
          <a:ln>
            <a:noFill/>
          </a:ln>
        </p:spPr>
      </p:pic>
      <p:grpSp>
        <p:nvGrpSpPr>
          <p:cNvPr id="789" name="Google Shape;789;p49"/>
          <p:cNvGrpSpPr/>
          <p:nvPr/>
        </p:nvGrpSpPr>
        <p:grpSpPr>
          <a:xfrm>
            <a:off x="855847" y="1203598"/>
            <a:ext cx="2376264" cy="680046"/>
            <a:chOff x="6887558" y="3749156"/>
            <a:chExt cx="2376264" cy="680046"/>
          </a:xfrm>
        </p:grpSpPr>
        <p:sp>
          <p:nvSpPr>
            <p:cNvPr id="790" name="Google Shape;790;p49"/>
            <p:cNvSpPr txBox="1"/>
            <p:nvPr/>
          </p:nvSpPr>
          <p:spPr>
            <a:xfrm>
              <a:off x="6887558" y="3967537"/>
              <a:ext cx="23762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Draw a journey curve connecting the Highs and Lows</a:t>
              </a:r>
              <a:endParaRPr sz="1200">
                <a:solidFill>
                  <a:schemeClr val="dk1"/>
                </a:solidFill>
                <a:latin typeface="Arial"/>
                <a:ea typeface="Arial"/>
                <a:cs typeface="Arial"/>
                <a:sym typeface="Arial"/>
              </a:endParaRPr>
            </a:p>
          </p:txBody>
        </p:sp>
        <p:sp>
          <p:nvSpPr>
            <p:cNvPr id="791" name="Google Shape;791;p49"/>
            <p:cNvSpPr/>
            <p:nvPr/>
          </p:nvSpPr>
          <p:spPr>
            <a:xfrm>
              <a:off x="7004983" y="3749156"/>
              <a:ext cx="216024" cy="216024"/>
            </a:xfrm>
            <a:prstGeom prst="roundRect">
              <a:avLst>
                <a:gd fmla="val 16667" name="adj"/>
              </a:avLst>
            </a:prstGeom>
            <a:solidFill>
              <a:schemeClr val="accent1"/>
            </a:solidFill>
            <a:ln cap="flat" cmpd="sng" w="12700">
              <a:solidFill>
                <a:srgbClr val="003D2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5</a:t>
              </a:r>
              <a:endParaRPr/>
            </a:p>
          </p:txBody>
        </p:sp>
      </p:grpSp>
      <p:cxnSp>
        <p:nvCxnSpPr>
          <p:cNvPr id="792" name="Google Shape;792;p49"/>
          <p:cNvCxnSpPr>
            <a:stCxn id="790" idx="3"/>
          </p:cNvCxnSpPr>
          <p:nvPr/>
        </p:nvCxnSpPr>
        <p:spPr>
          <a:xfrm>
            <a:off x="3232111" y="1652812"/>
            <a:ext cx="1123800" cy="1248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50"/>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798" name="Google Shape;798;p50"/>
          <p:cNvGrpSpPr/>
          <p:nvPr/>
        </p:nvGrpSpPr>
        <p:grpSpPr>
          <a:xfrm>
            <a:off x="251520" y="236364"/>
            <a:ext cx="1348091" cy="346382"/>
            <a:chOff x="127565" y="238493"/>
            <a:chExt cx="1348091" cy="346382"/>
          </a:xfrm>
        </p:grpSpPr>
        <p:sp>
          <p:nvSpPr>
            <p:cNvPr id="799" name="Google Shape;799;p50"/>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00" name="Google Shape;800;p50"/>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pic>
        <p:nvPicPr>
          <p:cNvPr id="801" name="Google Shape;801;p50"/>
          <p:cNvPicPr preferRelativeResize="0"/>
          <p:nvPr/>
        </p:nvPicPr>
        <p:blipFill rotWithShape="1">
          <a:blip r:embed="rId3">
            <a:alphaModFix/>
          </a:blip>
          <a:srcRect b="0" l="0" r="0" t="0"/>
          <a:stretch/>
        </p:blipFill>
        <p:spPr>
          <a:xfrm>
            <a:off x="287523" y="671593"/>
            <a:ext cx="8511703" cy="42861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51"/>
          <p:cNvSpPr/>
          <p:nvPr/>
        </p:nvSpPr>
        <p:spPr>
          <a:xfrm>
            <a:off x="175895" y="675759"/>
            <a:ext cx="8800800" cy="1841100"/>
          </a:xfrm>
          <a:prstGeom prst="rect">
            <a:avLst/>
          </a:prstGeom>
          <a:solidFill>
            <a:srgbClr val="01916D">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cxnSp>
        <p:nvCxnSpPr>
          <p:cNvPr id="807" name="Google Shape;807;p51"/>
          <p:cNvCxnSpPr>
            <a:stCxn id="808" idx="1"/>
          </p:cNvCxnSpPr>
          <p:nvPr/>
        </p:nvCxnSpPr>
        <p:spPr>
          <a:xfrm flipH="1">
            <a:off x="167195" y="774043"/>
            <a:ext cx="8700" cy="3751200"/>
          </a:xfrm>
          <a:prstGeom prst="straightConnector1">
            <a:avLst/>
          </a:prstGeom>
          <a:noFill/>
          <a:ln cap="flat" cmpd="sng" w="19050">
            <a:solidFill>
              <a:srgbClr val="A0A0A0"/>
            </a:solidFill>
            <a:prstDash val="solid"/>
            <a:miter lim="800000"/>
            <a:headEnd len="sm" w="sm" type="none"/>
            <a:tailEnd len="sm" w="sm" type="none"/>
          </a:ln>
        </p:spPr>
      </p:cxnSp>
      <p:sp>
        <p:nvSpPr>
          <p:cNvPr id="809" name="Google Shape;809;p51"/>
          <p:cNvSpPr txBox="1"/>
          <p:nvPr/>
        </p:nvSpPr>
        <p:spPr>
          <a:xfrm>
            <a:off x="1583899" y="278190"/>
            <a:ext cx="34341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Meiryo"/>
              <a:buNone/>
            </a:pPr>
            <a:r>
              <a:rPr b="0" i="0" lang="en-US" sz="1600" u="none" cap="none" strike="noStrike">
                <a:solidFill>
                  <a:srgbClr val="000000"/>
                </a:solidFill>
                <a:latin typeface="Meiryo"/>
                <a:ea typeface="Meiryo"/>
                <a:cs typeface="Meiryo"/>
                <a:sym typeface="Meiryo"/>
              </a:rPr>
              <a:t>MY +STORY Life Journey </a:t>
            </a:r>
            <a:endParaRPr b="0" i="0" sz="1600" u="none" cap="none" strike="noStrike">
              <a:solidFill>
                <a:srgbClr val="000000"/>
              </a:solidFill>
              <a:latin typeface="Meiryo"/>
              <a:ea typeface="Meiryo"/>
              <a:cs typeface="Meiryo"/>
              <a:sym typeface="Meiryo"/>
            </a:endParaRPr>
          </a:p>
        </p:txBody>
      </p:sp>
      <p:sp>
        <p:nvSpPr>
          <p:cNvPr id="810" name="Google Shape;810;p51"/>
          <p:cNvSpPr/>
          <p:nvPr/>
        </p:nvSpPr>
        <p:spPr>
          <a:xfrm>
            <a:off x="171736" y="2532625"/>
            <a:ext cx="8809200" cy="1976700"/>
          </a:xfrm>
          <a:prstGeom prst="rect">
            <a:avLst/>
          </a:prstGeom>
          <a:solidFill>
            <a:srgbClr val="FFC000">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811" name="Google Shape;811;p51"/>
          <p:cNvSpPr/>
          <p:nvPr/>
        </p:nvSpPr>
        <p:spPr>
          <a:xfrm>
            <a:off x="151823" y="4696479"/>
            <a:ext cx="4564194" cy="397145"/>
          </a:xfrm>
          <a:prstGeom prst="rect">
            <a:avLst/>
          </a:prstGeom>
          <a:solidFill>
            <a:srgbClr val="01916D">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100"/>
              <a:buFont typeface="Arial"/>
              <a:buNone/>
            </a:pPr>
            <a:r>
              <a:rPr lang="en-US" sz="1100">
                <a:solidFill>
                  <a:schemeClr val="dk1"/>
                </a:solidFill>
              </a:rPr>
              <a:t>Achievements come from hard work, patience, and determination. </a:t>
            </a:r>
            <a:endParaRPr b="0" i="0" sz="1100" u="none" cap="none" strike="noStrike">
              <a:solidFill>
                <a:schemeClr val="dk1"/>
              </a:solidFill>
              <a:latin typeface="Arial"/>
              <a:ea typeface="Arial"/>
              <a:cs typeface="Arial"/>
              <a:sym typeface="Arial"/>
            </a:endParaRPr>
          </a:p>
        </p:txBody>
      </p:sp>
      <p:sp>
        <p:nvSpPr>
          <p:cNvPr id="812" name="Google Shape;812;p51"/>
          <p:cNvSpPr txBox="1"/>
          <p:nvPr/>
        </p:nvSpPr>
        <p:spPr>
          <a:xfrm>
            <a:off x="79816" y="4526921"/>
            <a:ext cx="37444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Common factor(s) of the Highs</a:t>
            </a:r>
            <a:endParaRPr b="1" i="0" sz="1050" u="none" cap="none" strike="noStrike">
              <a:solidFill>
                <a:srgbClr val="000000"/>
              </a:solidFill>
              <a:latin typeface="Arial"/>
              <a:ea typeface="Arial"/>
              <a:cs typeface="Arial"/>
              <a:sym typeface="Arial"/>
            </a:endParaRPr>
          </a:p>
        </p:txBody>
      </p:sp>
      <p:sp>
        <p:nvSpPr>
          <p:cNvPr id="813" name="Google Shape;813;p51"/>
          <p:cNvSpPr txBox="1"/>
          <p:nvPr/>
        </p:nvSpPr>
        <p:spPr>
          <a:xfrm>
            <a:off x="4716017" y="4532388"/>
            <a:ext cx="374441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Common factor(s) of the Lows</a:t>
            </a:r>
            <a:endParaRPr b="1" i="0" sz="1050" u="none" cap="none" strike="noStrike">
              <a:solidFill>
                <a:srgbClr val="000000"/>
              </a:solidFill>
              <a:latin typeface="Arial"/>
              <a:ea typeface="Arial"/>
              <a:cs typeface="Arial"/>
              <a:sym typeface="Arial"/>
            </a:endParaRPr>
          </a:p>
        </p:txBody>
      </p:sp>
      <p:grpSp>
        <p:nvGrpSpPr>
          <p:cNvPr id="814" name="Google Shape;814;p51"/>
          <p:cNvGrpSpPr/>
          <p:nvPr/>
        </p:nvGrpSpPr>
        <p:grpSpPr>
          <a:xfrm>
            <a:off x="199804" y="267128"/>
            <a:ext cx="1348091" cy="346382"/>
            <a:chOff x="127565" y="238493"/>
            <a:chExt cx="1348091" cy="346382"/>
          </a:xfrm>
        </p:grpSpPr>
        <p:sp>
          <p:nvSpPr>
            <p:cNvPr id="815" name="Google Shape;815;p51"/>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816" name="Google Shape;816;p51"/>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Prework</a:t>
              </a:r>
              <a:endParaRPr/>
            </a:p>
          </p:txBody>
        </p:sp>
      </p:grpSp>
      <p:sp>
        <p:nvSpPr>
          <p:cNvPr id="808" name="Google Shape;808;p51"/>
          <p:cNvSpPr/>
          <p:nvPr/>
        </p:nvSpPr>
        <p:spPr>
          <a:xfrm>
            <a:off x="175895" y="683694"/>
            <a:ext cx="5084953" cy="180698"/>
          </a:xfrm>
          <a:prstGeom prst="homePlate">
            <a:avLst>
              <a:gd fmla="val 50000" name="adj"/>
            </a:avLst>
          </a:prstGeom>
          <a:solidFill>
            <a:srgbClr val="4472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PAST</a:t>
            </a:r>
            <a:endParaRPr b="1" i="0" sz="900" u="none" cap="none" strike="noStrike">
              <a:solidFill>
                <a:srgbClr val="FFFFFF"/>
              </a:solidFill>
              <a:latin typeface="Arial"/>
              <a:ea typeface="Arial"/>
              <a:cs typeface="Arial"/>
              <a:sym typeface="Arial"/>
            </a:endParaRPr>
          </a:p>
        </p:txBody>
      </p:sp>
      <p:sp>
        <p:nvSpPr>
          <p:cNvPr id="817" name="Google Shape;817;p51"/>
          <p:cNvSpPr/>
          <p:nvPr/>
        </p:nvSpPr>
        <p:spPr>
          <a:xfrm>
            <a:off x="5260848" y="680804"/>
            <a:ext cx="3725129" cy="180699"/>
          </a:xfrm>
          <a:prstGeom prst="homePlate">
            <a:avLst>
              <a:gd fmla="val 50000" name="adj"/>
            </a:avLst>
          </a:prstGeom>
          <a:solidFill>
            <a:srgbClr val="4472C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PRESENT</a:t>
            </a:r>
            <a:endParaRPr b="1" i="0" sz="800" u="none" cap="none" strike="noStrike">
              <a:solidFill>
                <a:srgbClr val="FFFFFF"/>
              </a:solidFill>
              <a:latin typeface="Arial"/>
              <a:ea typeface="Arial"/>
              <a:cs typeface="Arial"/>
              <a:sym typeface="Arial"/>
            </a:endParaRPr>
          </a:p>
        </p:txBody>
      </p:sp>
      <p:sp>
        <p:nvSpPr>
          <p:cNvPr id="818" name="Google Shape;818;p51"/>
          <p:cNvSpPr/>
          <p:nvPr/>
        </p:nvSpPr>
        <p:spPr>
          <a:xfrm>
            <a:off x="4788024" y="4707618"/>
            <a:ext cx="4220955" cy="392102"/>
          </a:xfrm>
          <a:prstGeom prst="rect">
            <a:avLst/>
          </a:prstGeom>
          <a:solidFill>
            <a:srgbClr val="FFC000">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50"/>
              <a:buFont typeface="Arial"/>
              <a:buNone/>
            </a:pPr>
            <a:r>
              <a:rPr lang="en-US" sz="1050">
                <a:solidFill>
                  <a:schemeClr val="dk1"/>
                </a:solidFill>
              </a:rPr>
              <a:t>Difficult situations make me doubt myself but also help me mature. </a:t>
            </a:r>
            <a:endParaRPr b="0" i="0" sz="1050" u="none" cap="none" strike="noStrike">
              <a:solidFill>
                <a:schemeClr val="dk1"/>
              </a:solidFill>
              <a:latin typeface="Arial"/>
              <a:ea typeface="Arial"/>
              <a:cs typeface="Arial"/>
              <a:sym typeface="Arial"/>
            </a:endParaRPr>
          </a:p>
        </p:txBody>
      </p:sp>
      <p:cxnSp>
        <p:nvCxnSpPr>
          <p:cNvPr id="819" name="Google Shape;819;p51"/>
          <p:cNvCxnSpPr/>
          <p:nvPr/>
        </p:nvCxnSpPr>
        <p:spPr>
          <a:xfrm flipH="1">
            <a:off x="167331" y="4525131"/>
            <a:ext cx="8723908" cy="7257"/>
          </a:xfrm>
          <a:prstGeom prst="straightConnector1">
            <a:avLst/>
          </a:prstGeom>
          <a:noFill/>
          <a:ln cap="flat" cmpd="sng" w="19050">
            <a:solidFill>
              <a:srgbClr val="A0A0A0"/>
            </a:solidFill>
            <a:prstDash val="solid"/>
            <a:miter lim="800000"/>
            <a:headEnd len="sm" w="sm" type="none"/>
            <a:tailEnd len="sm" w="sm" type="none"/>
          </a:ln>
        </p:spPr>
      </p:cxnSp>
      <p:sp>
        <p:nvSpPr>
          <p:cNvPr id="820" name="Google Shape;820;p51"/>
          <p:cNvSpPr txBox="1"/>
          <p:nvPr/>
        </p:nvSpPr>
        <p:spPr>
          <a:xfrm>
            <a:off x="4720549" y="287166"/>
            <a:ext cx="7745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Meiryo"/>
              <a:buNone/>
            </a:pPr>
            <a:r>
              <a:rPr b="0" i="0" lang="en-US" sz="1400" u="none" cap="none" strike="noStrike">
                <a:solidFill>
                  <a:srgbClr val="000000"/>
                </a:solidFill>
                <a:latin typeface="Meiryo"/>
                <a:ea typeface="Meiryo"/>
                <a:cs typeface="Meiryo"/>
                <a:sym typeface="Meiryo"/>
              </a:rPr>
              <a:t>Name</a:t>
            </a:r>
            <a:r>
              <a:rPr lang="en-US" sz="1400">
                <a:solidFill>
                  <a:srgbClr val="000000"/>
                </a:solidFill>
                <a:latin typeface="Meiryo"/>
                <a:ea typeface="Meiryo"/>
                <a:cs typeface="Meiryo"/>
                <a:sym typeface="Meiryo"/>
              </a:rPr>
              <a:t>:</a:t>
            </a:r>
            <a:endParaRPr b="0" i="0" sz="1400" u="none" cap="none" strike="noStrike">
              <a:solidFill>
                <a:srgbClr val="000000"/>
              </a:solidFill>
              <a:latin typeface="Meiryo"/>
              <a:ea typeface="Meiryo"/>
              <a:cs typeface="Meiryo"/>
              <a:sym typeface="Meiryo"/>
            </a:endParaRPr>
          </a:p>
        </p:txBody>
      </p:sp>
      <p:sp>
        <p:nvSpPr>
          <p:cNvPr id="821" name="Google Shape;821;p51"/>
          <p:cNvSpPr/>
          <p:nvPr/>
        </p:nvSpPr>
        <p:spPr>
          <a:xfrm>
            <a:off x="343575" y="1470125"/>
            <a:ext cx="14010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Passed college entrance exam</a:t>
            </a:r>
            <a:endParaRPr sz="1200"/>
          </a:p>
        </p:txBody>
      </p:sp>
      <p:sp>
        <p:nvSpPr>
          <p:cNvPr id="822" name="Google Shape;822;p51"/>
          <p:cNvSpPr/>
          <p:nvPr/>
        </p:nvSpPr>
        <p:spPr>
          <a:xfrm>
            <a:off x="1160625" y="2910280"/>
            <a:ext cx="1582800" cy="6936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School activity pressure and family financial problem</a:t>
            </a:r>
            <a:endParaRPr sz="1200"/>
          </a:p>
        </p:txBody>
      </p:sp>
      <p:sp>
        <p:nvSpPr>
          <p:cNvPr id="823" name="Google Shape;823;p51"/>
          <p:cNvSpPr/>
          <p:nvPr/>
        </p:nvSpPr>
        <p:spPr>
          <a:xfrm>
            <a:off x="2017875" y="1470125"/>
            <a:ext cx="14010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Passed Major Project and OJT</a:t>
            </a:r>
            <a:endParaRPr sz="1200"/>
          </a:p>
        </p:txBody>
      </p:sp>
      <p:sp>
        <p:nvSpPr>
          <p:cNvPr id="824" name="Google Shape;824;p51"/>
          <p:cNvSpPr/>
          <p:nvPr/>
        </p:nvSpPr>
        <p:spPr>
          <a:xfrm>
            <a:off x="3733600" y="1450563"/>
            <a:ext cx="14010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Graduated college</a:t>
            </a:r>
            <a:endParaRPr sz="1200"/>
          </a:p>
        </p:txBody>
      </p:sp>
      <p:sp>
        <p:nvSpPr>
          <p:cNvPr id="825" name="Google Shape;825;p51"/>
          <p:cNvSpPr/>
          <p:nvPr/>
        </p:nvSpPr>
        <p:spPr>
          <a:xfrm>
            <a:off x="4203925" y="2934200"/>
            <a:ext cx="1182000" cy="4959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Difficulty of finding a job</a:t>
            </a:r>
            <a:endParaRPr sz="1200"/>
          </a:p>
        </p:txBody>
      </p:sp>
      <p:sp>
        <p:nvSpPr>
          <p:cNvPr id="826" name="Google Shape;826;p51"/>
          <p:cNvSpPr/>
          <p:nvPr/>
        </p:nvSpPr>
        <p:spPr>
          <a:xfrm>
            <a:off x="5449325" y="1449100"/>
            <a:ext cx="9822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Enter Fujifilm</a:t>
            </a:r>
            <a:endParaRPr sz="1200"/>
          </a:p>
        </p:txBody>
      </p:sp>
      <p:sp>
        <p:nvSpPr>
          <p:cNvPr id="827" name="Google Shape;827;p51"/>
          <p:cNvSpPr/>
          <p:nvPr/>
        </p:nvSpPr>
        <p:spPr>
          <a:xfrm>
            <a:off x="6091250" y="2879400"/>
            <a:ext cx="1114200" cy="4959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Project pressure </a:t>
            </a:r>
            <a:endParaRPr sz="1200"/>
          </a:p>
        </p:txBody>
      </p:sp>
      <p:sp>
        <p:nvSpPr>
          <p:cNvPr id="828" name="Google Shape;828;p51"/>
          <p:cNvSpPr/>
          <p:nvPr/>
        </p:nvSpPr>
        <p:spPr>
          <a:xfrm>
            <a:off x="7909050" y="1449100"/>
            <a:ext cx="9822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Met new friends</a:t>
            </a:r>
            <a:endParaRPr sz="1200"/>
          </a:p>
        </p:txBody>
      </p:sp>
      <p:sp>
        <p:nvSpPr>
          <p:cNvPr id="829" name="Google Shape;829;p51"/>
          <p:cNvSpPr/>
          <p:nvPr/>
        </p:nvSpPr>
        <p:spPr>
          <a:xfrm>
            <a:off x="633375" y="1789459"/>
            <a:ext cx="8246850" cy="1159100"/>
          </a:xfrm>
          <a:custGeom>
            <a:rect b="b" l="l" r="r" t="t"/>
            <a:pathLst>
              <a:path extrusionOk="0" h="46364" w="329874">
                <a:moveTo>
                  <a:pt x="0" y="14261"/>
                </a:moveTo>
                <a:cubicBezTo>
                  <a:pt x="4796" y="11863"/>
                  <a:pt x="8522" y="7268"/>
                  <a:pt x="13677" y="5794"/>
                </a:cubicBezTo>
                <a:cubicBezTo>
                  <a:pt x="18198" y="4501"/>
                  <a:pt x="23703" y="7028"/>
                  <a:pt x="27028" y="10353"/>
                </a:cubicBezTo>
                <a:cubicBezTo>
                  <a:pt x="34398" y="17723"/>
                  <a:pt x="39901" y="26816"/>
                  <a:pt x="45264" y="35753"/>
                </a:cubicBezTo>
                <a:cubicBezTo>
                  <a:pt x="47518" y="39510"/>
                  <a:pt x="50966" y="46175"/>
                  <a:pt x="55033" y="44546"/>
                </a:cubicBezTo>
                <a:cubicBezTo>
                  <a:pt x="64029" y="40943"/>
                  <a:pt x="67396" y="29582"/>
                  <a:pt x="74246" y="22728"/>
                </a:cubicBezTo>
                <a:cubicBezTo>
                  <a:pt x="88013" y="8952"/>
                  <a:pt x="111052" y="-5459"/>
                  <a:pt x="128954" y="2212"/>
                </a:cubicBezTo>
                <a:cubicBezTo>
                  <a:pt x="142500" y="8017"/>
                  <a:pt x="149466" y="23381"/>
                  <a:pt x="159890" y="33799"/>
                </a:cubicBezTo>
                <a:cubicBezTo>
                  <a:pt x="164530" y="38437"/>
                  <a:pt x="168790" y="47597"/>
                  <a:pt x="175195" y="46174"/>
                </a:cubicBezTo>
                <a:cubicBezTo>
                  <a:pt x="179841" y="45142"/>
                  <a:pt x="182649" y="40038"/>
                  <a:pt x="185290" y="36079"/>
                </a:cubicBezTo>
                <a:cubicBezTo>
                  <a:pt x="189185" y="30241"/>
                  <a:pt x="195029" y="25815"/>
                  <a:pt x="198641" y="19797"/>
                </a:cubicBezTo>
                <a:cubicBezTo>
                  <a:pt x="202384" y="13560"/>
                  <a:pt x="208627" y="6446"/>
                  <a:pt x="215900" y="6446"/>
                </a:cubicBezTo>
                <a:cubicBezTo>
                  <a:pt x="219528" y="6446"/>
                  <a:pt x="221309" y="11578"/>
                  <a:pt x="222738" y="14912"/>
                </a:cubicBezTo>
                <a:cubicBezTo>
                  <a:pt x="224562" y="19166"/>
                  <a:pt x="228963" y="21807"/>
                  <a:pt x="231531" y="25658"/>
                </a:cubicBezTo>
                <a:cubicBezTo>
                  <a:pt x="234774" y="30521"/>
                  <a:pt x="235870" y="36514"/>
                  <a:pt x="238043" y="41940"/>
                </a:cubicBezTo>
                <a:cubicBezTo>
                  <a:pt x="239012" y="44361"/>
                  <a:pt x="243527" y="43432"/>
                  <a:pt x="245859" y="42266"/>
                </a:cubicBezTo>
                <a:cubicBezTo>
                  <a:pt x="250771" y="39810"/>
                  <a:pt x="249878" y="31996"/>
                  <a:pt x="251069" y="26635"/>
                </a:cubicBezTo>
                <a:cubicBezTo>
                  <a:pt x="252164" y="21706"/>
                  <a:pt x="254985" y="17288"/>
                  <a:pt x="257582" y="12958"/>
                </a:cubicBezTo>
                <a:cubicBezTo>
                  <a:pt x="259648" y="9513"/>
                  <a:pt x="261109" y="4176"/>
                  <a:pt x="265072" y="3515"/>
                </a:cubicBezTo>
                <a:cubicBezTo>
                  <a:pt x="267965" y="3032"/>
                  <a:pt x="270033" y="6798"/>
                  <a:pt x="271910" y="9051"/>
                </a:cubicBezTo>
                <a:cubicBezTo>
                  <a:pt x="281323" y="20349"/>
                  <a:pt x="285952" y="40966"/>
                  <a:pt x="300567" y="42592"/>
                </a:cubicBezTo>
                <a:cubicBezTo>
                  <a:pt x="313289" y="44007"/>
                  <a:pt x="307780" y="17513"/>
                  <a:pt x="315220" y="7097"/>
                </a:cubicBezTo>
                <a:cubicBezTo>
                  <a:pt x="318159" y="2983"/>
                  <a:pt x="327071" y="6798"/>
                  <a:pt x="329874" y="11005"/>
                </a:cubicBezTo>
              </a:path>
            </a:pathLst>
          </a:custGeom>
          <a:noFill/>
          <a:ln cap="flat" cmpd="sng" w="9525">
            <a:solidFill>
              <a:srgbClr val="45818E"/>
            </a:solidFill>
            <a:prstDash val="solid"/>
            <a:round/>
            <a:headEnd len="med" w="med" type="none"/>
            <a:tailEnd len="med" w="med" type="none"/>
          </a:ln>
        </p:spPr>
      </p:sp>
      <p:sp>
        <p:nvSpPr>
          <p:cNvPr id="830" name="Google Shape;830;p51"/>
          <p:cNvSpPr txBox="1"/>
          <p:nvPr/>
        </p:nvSpPr>
        <p:spPr>
          <a:xfrm>
            <a:off x="4586000" y="2708975"/>
            <a:ext cx="48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 </a:t>
            </a:r>
            <a:endParaRPr/>
          </a:p>
        </p:txBody>
      </p:sp>
      <p:sp>
        <p:nvSpPr>
          <p:cNvPr id="831" name="Google Shape;831;p51"/>
          <p:cNvSpPr/>
          <p:nvPr/>
        </p:nvSpPr>
        <p:spPr>
          <a:xfrm>
            <a:off x="4003525" y="3464850"/>
            <a:ext cx="1582800" cy="8031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Learning:</a:t>
            </a:r>
            <a:endParaRPr sz="1200"/>
          </a:p>
          <a:p>
            <a:pPr indent="0" lvl="0" marL="0" rtl="0" algn="ctr">
              <a:spcBef>
                <a:spcPts val="0"/>
              </a:spcBef>
              <a:spcAft>
                <a:spcPts val="0"/>
              </a:spcAft>
              <a:buNone/>
            </a:pPr>
            <a:r>
              <a:rPr lang="en-US" sz="1200"/>
              <a:t>Challenges built my confidence and determination </a:t>
            </a:r>
            <a:endParaRPr sz="1200"/>
          </a:p>
        </p:txBody>
      </p:sp>
      <p:sp>
        <p:nvSpPr>
          <p:cNvPr id="832" name="Google Shape;832;p51"/>
          <p:cNvSpPr/>
          <p:nvPr/>
        </p:nvSpPr>
        <p:spPr>
          <a:xfrm>
            <a:off x="6746250" y="1449113"/>
            <a:ext cx="9822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Learning new things</a:t>
            </a:r>
            <a:endParaRPr sz="1200"/>
          </a:p>
        </p:txBody>
      </p:sp>
      <p:sp>
        <p:nvSpPr>
          <p:cNvPr id="833" name="Google Shape;833;p51"/>
          <p:cNvSpPr/>
          <p:nvPr/>
        </p:nvSpPr>
        <p:spPr>
          <a:xfrm>
            <a:off x="7522875" y="2879400"/>
            <a:ext cx="1182000" cy="3921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S</a:t>
            </a:r>
            <a:r>
              <a:rPr lang="en-US" sz="1200"/>
              <a:t>tress from client</a:t>
            </a:r>
            <a:endParaRPr sz="1200"/>
          </a:p>
        </p:txBody>
      </p:sp>
      <p:sp>
        <p:nvSpPr>
          <p:cNvPr id="834" name="Google Shape;834;p51"/>
          <p:cNvSpPr/>
          <p:nvPr/>
        </p:nvSpPr>
        <p:spPr>
          <a:xfrm>
            <a:off x="2364675" y="909550"/>
            <a:ext cx="2423100" cy="495900"/>
          </a:xfrm>
          <a:prstGeom prst="rect">
            <a:avLst/>
          </a:prstGeom>
          <a:no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Learning:</a:t>
            </a:r>
            <a:endParaRPr sz="1200"/>
          </a:p>
          <a:p>
            <a:pPr indent="0" lvl="0" marL="0" rtl="0" algn="ctr">
              <a:spcBef>
                <a:spcPts val="0"/>
              </a:spcBef>
              <a:spcAft>
                <a:spcPts val="0"/>
              </a:spcAft>
              <a:buNone/>
            </a:pPr>
            <a:r>
              <a:rPr lang="en-US" sz="1200"/>
              <a:t>Hard work and dedication lead to achievement. </a:t>
            </a:r>
            <a:endParaRPr sz="1200"/>
          </a:p>
        </p:txBody>
      </p:sp>
      <p:sp>
        <p:nvSpPr>
          <p:cNvPr id="835" name="Google Shape;835;p51"/>
          <p:cNvSpPr txBox="1"/>
          <p:nvPr/>
        </p:nvSpPr>
        <p:spPr>
          <a:xfrm>
            <a:off x="3332625" y="1565813"/>
            <a:ext cx="48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52"/>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841" name="Google Shape;841;p52"/>
          <p:cNvSpPr txBox="1"/>
          <p:nvPr/>
        </p:nvSpPr>
        <p:spPr>
          <a:xfrm>
            <a:off x="347937" y="1404908"/>
            <a:ext cx="4186782"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the Workplace</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Mentorship: </a:t>
            </a:r>
            <a:r>
              <a:rPr lang="en-US" sz="1100">
                <a:solidFill>
                  <a:schemeClr val="dk1"/>
                </a:solidFill>
                <a:latin typeface="Arial"/>
                <a:ea typeface="Arial"/>
                <a:cs typeface="Arial"/>
                <a:sym typeface="Arial"/>
              </a:rPr>
              <a:t>Guiding a junior colleague by sharing knowledge and providing feedback that helps them develop skills and confidence.</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2. </a:t>
            </a:r>
            <a:r>
              <a:rPr b="1" lang="en-US" sz="1100">
                <a:solidFill>
                  <a:schemeClr val="dk1"/>
                </a:solidFill>
                <a:latin typeface="Arial"/>
                <a:ea typeface="Arial"/>
                <a:cs typeface="Arial"/>
                <a:sym typeface="Arial"/>
              </a:rPr>
              <a:t>Creating an Inclusive Environment</a:t>
            </a:r>
            <a:r>
              <a:rPr lang="en-US" sz="1100">
                <a:solidFill>
                  <a:schemeClr val="dk1"/>
                </a:solidFill>
                <a:latin typeface="Arial"/>
                <a:ea typeface="Arial"/>
                <a:cs typeface="Arial"/>
                <a:sym typeface="Arial"/>
              </a:rPr>
              <a:t>: Encouraging diverse perspectives and ensuring everyone feels valued.</a:t>
            </a:r>
            <a:endParaRPr/>
          </a:p>
        </p:txBody>
      </p:sp>
      <p:sp>
        <p:nvSpPr>
          <p:cNvPr id="842" name="Google Shape;842;p52"/>
          <p:cNvSpPr txBox="1"/>
          <p:nvPr/>
        </p:nvSpPr>
        <p:spPr>
          <a:xfrm>
            <a:off x="4595579" y="1409630"/>
            <a:ext cx="4186783"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the Community</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Volunteerism: </a:t>
            </a:r>
            <a:r>
              <a:rPr lang="en-US" sz="1100">
                <a:solidFill>
                  <a:schemeClr val="dk1"/>
                </a:solidFill>
                <a:latin typeface="Arial"/>
                <a:ea typeface="Arial"/>
                <a:cs typeface="Arial"/>
                <a:sym typeface="Arial"/>
              </a:rPr>
              <a:t>Contributing time or resources to help those in need.</a:t>
            </a:r>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US" sz="1100">
                <a:solidFill>
                  <a:schemeClr val="dk1"/>
                </a:solidFill>
                <a:latin typeface="Arial"/>
                <a:ea typeface="Arial"/>
                <a:cs typeface="Arial"/>
                <a:sym typeface="Arial"/>
              </a:rPr>
              <a:t>2. </a:t>
            </a:r>
            <a:r>
              <a:rPr b="1" lang="en-US" sz="1100">
                <a:solidFill>
                  <a:schemeClr val="dk1"/>
                </a:solidFill>
                <a:latin typeface="Arial"/>
                <a:ea typeface="Arial"/>
                <a:cs typeface="Arial"/>
                <a:sym typeface="Arial"/>
              </a:rPr>
              <a:t>Environmental Stewardship: </a:t>
            </a:r>
            <a:r>
              <a:rPr lang="en-US" sz="1100">
                <a:solidFill>
                  <a:schemeClr val="dk1"/>
                </a:solidFill>
                <a:latin typeface="Arial"/>
                <a:ea typeface="Arial"/>
                <a:cs typeface="Arial"/>
                <a:sym typeface="Arial"/>
              </a:rPr>
              <a:t>Encouraging sustainable practices that benefit others in the long term.</a:t>
            </a:r>
            <a:endParaRPr/>
          </a:p>
        </p:txBody>
      </p:sp>
      <p:sp>
        <p:nvSpPr>
          <p:cNvPr id="843" name="Google Shape;843;p52"/>
          <p:cNvSpPr txBox="1"/>
          <p:nvPr/>
        </p:nvSpPr>
        <p:spPr>
          <a:xfrm>
            <a:off x="347937" y="666825"/>
            <a:ext cx="840029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Having a positive impact on others means influencing or contributing to their well-being, growth, happiness, or success in a meaningful way. It involves actions, attitudes, or words that uplift, support, or inspire others. Here are examples of what this could look like in different contexts:</a:t>
            </a:r>
            <a:endParaRPr/>
          </a:p>
        </p:txBody>
      </p:sp>
      <p:sp>
        <p:nvSpPr>
          <p:cNvPr id="844" name="Google Shape;844;p52"/>
          <p:cNvSpPr txBox="1"/>
          <p:nvPr/>
        </p:nvSpPr>
        <p:spPr>
          <a:xfrm>
            <a:off x="385445" y="4083918"/>
            <a:ext cx="840029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Having a positive impact is not about grand gestures but about being mindful of how your actions and words influence others. It’s about creating ripples of good that contribute to a better environment for those around you AND also provide you with the satisfaction that comes from interacting with others.</a:t>
            </a:r>
            <a:endParaRPr sz="1200">
              <a:solidFill>
                <a:schemeClr val="dk1"/>
              </a:solidFill>
              <a:latin typeface="Arial"/>
              <a:ea typeface="Arial"/>
              <a:cs typeface="Arial"/>
              <a:sym typeface="Arial"/>
            </a:endParaRPr>
          </a:p>
        </p:txBody>
      </p:sp>
      <p:sp>
        <p:nvSpPr>
          <p:cNvPr id="845" name="Google Shape;845;p52"/>
          <p:cNvSpPr txBox="1"/>
          <p:nvPr/>
        </p:nvSpPr>
        <p:spPr>
          <a:xfrm>
            <a:off x="334000" y="2790014"/>
            <a:ext cx="4186782"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Personal Relationships</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Emotional Support</a:t>
            </a:r>
            <a:r>
              <a:rPr lang="en-US" sz="1100">
                <a:solidFill>
                  <a:schemeClr val="dk1"/>
                </a:solidFill>
                <a:latin typeface="Arial"/>
                <a:ea typeface="Arial"/>
                <a:cs typeface="Arial"/>
                <a:sym typeface="Arial"/>
              </a:rPr>
              <a:t>: Being there for someone during difficult times and offering encouragement or a listening ear.</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2. </a:t>
            </a:r>
            <a:r>
              <a:rPr b="1" lang="en-US" sz="1100">
                <a:solidFill>
                  <a:schemeClr val="dk1"/>
                </a:solidFill>
                <a:latin typeface="Arial"/>
                <a:ea typeface="Arial"/>
                <a:cs typeface="Arial"/>
                <a:sym typeface="Arial"/>
              </a:rPr>
              <a:t>Celebrating Achievements: </a:t>
            </a:r>
            <a:r>
              <a:rPr lang="en-US" sz="1100">
                <a:solidFill>
                  <a:schemeClr val="dk1"/>
                </a:solidFill>
                <a:latin typeface="Arial"/>
                <a:ea typeface="Arial"/>
                <a:cs typeface="Arial"/>
                <a:sym typeface="Arial"/>
              </a:rPr>
              <a:t>Recognizing and cheering on others' successes, big or small.</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p:txBody>
      </p:sp>
      <p:sp>
        <p:nvSpPr>
          <p:cNvPr id="846" name="Google Shape;846;p52"/>
          <p:cNvSpPr txBox="1"/>
          <p:nvPr/>
        </p:nvSpPr>
        <p:spPr>
          <a:xfrm>
            <a:off x="4585592" y="2785616"/>
            <a:ext cx="4186783" cy="1277273"/>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u="sng">
                <a:solidFill>
                  <a:schemeClr val="dk1"/>
                </a:solidFill>
                <a:latin typeface="Arial"/>
                <a:ea typeface="Arial"/>
                <a:cs typeface="Arial"/>
                <a:sym typeface="Arial"/>
              </a:rPr>
              <a:t>In Everyday Life</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1. </a:t>
            </a:r>
            <a:r>
              <a:rPr b="1" lang="en-US" sz="1100">
                <a:solidFill>
                  <a:schemeClr val="dk1"/>
                </a:solidFill>
                <a:latin typeface="Arial"/>
                <a:ea typeface="Arial"/>
                <a:cs typeface="Arial"/>
                <a:sym typeface="Arial"/>
              </a:rPr>
              <a:t>Acts of Kindness: </a:t>
            </a:r>
            <a:r>
              <a:rPr lang="en-US" sz="1100">
                <a:solidFill>
                  <a:schemeClr val="dk1"/>
                </a:solidFill>
                <a:latin typeface="Arial"/>
                <a:ea typeface="Arial"/>
                <a:cs typeface="Arial"/>
                <a:sym typeface="Arial"/>
              </a:rPr>
              <a:t>Performing small gestures that brighten someone’s day.</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2</a:t>
            </a:r>
            <a:r>
              <a:rPr b="1" lang="en-US" sz="1100">
                <a:solidFill>
                  <a:schemeClr val="dk1"/>
                </a:solidFill>
                <a:latin typeface="Arial"/>
                <a:ea typeface="Arial"/>
                <a:cs typeface="Arial"/>
                <a:sym typeface="Arial"/>
              </a:rPr>
              <a:t>. Inspiring Change</a:t>
            </a:r>
            <a:r>
              <a:rPr lang="en-US" sz="1100">
                <a:solidFill>
                  <a:schemeClr val="dk1"/>
                </a:solidFill>
                <a:latin typeface="Arial"/>
                <a:ea typeface="Arial"/>
                <a:cs typeface="Arial"/>
                <a:sym typeface="Arial"/>
              </a:rPr>
              <a:t>: Motivating others to improve their lives or pursue their dreams.</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   </a:t>
            </a:r>
            <a:endParaRPr/>
          </a:p>
        </p:txBody>
      </p:sp>
      <p:sp>
        <p:nvSpPr>
          <p:cNvPr id="847" name="Google Shape;847;p52"/>
          <p:cNvSpPr txBox="1"/>
          <p:nvPr/>
        </p:nvSpPr>
        <p:spPr>
          <a:xfrm>
            <a:off x="1477150" y="238493"/>
            <a:ext cx="704176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Examples of Impact</a:t>
            </a:r>
            <a:endParaRPr sz="1800">
              <a:solidFill>
                <a:schemeClr val="dk1"/>
              </a:solidFill>
              <a:latin typeface="Arial"/>
              <a:ea typeface="Arial"/>
              <a:cs typeface="Arial"/>
              <a:sym typeface="Arial"/>
            </a:endParaRPr>
          </a:p>
        </p:txBody>
      </p:sp>
      <p:grpSp>
        <p:nvGrpSpPr>
          <p:cNvPr id="848" name="Google Shape;848;p52"/>
          <p:cNvGrpSpPr/>
          <p:nvPr/>
        </p:nvGrpSpPr>
        <p:grpSpPr>
          <a:xfrm>
            <a:off x="127565" y="238493"/>
            <a:ext cx="1348091" cy="346382"/>
            <a:chOff x="127565" y="238493"/>
            <a:chExt cx="1348091" cy="346382"/>
          </a:xfrm>
        </p:grpSpPr>
        <p:sp>
          <p:nvSpPr>
            <p:cNvPr id="849" name="Google Shape;849;p52"/>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50" name="Google Shape;850;p52"/>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53"/>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856" name="Google Shape;856;p53"/>
          <p:cNvSpPr txBox="1"/>
          <p:nvPr/>
        </p:nvSpPr>
        <p:spPr>
          <a:xfrm>
            <a:off x="235808" y="749040"/>
            <a:ext cx="5544617" cy="2626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FUTURE: THE IMPACT I WANT TO CREATE</a:t>
            </a:r>
            <a:endParaRPr/>
          </a:p>
        </p:txBody>
      </p:sp>
      <p:sp>
        <p:nvSpPr>
          <p:cNvPr id="857" name="Google Shape;857;p53"/>
          <p:cNvSpPr txBox="1"/>
          <p:nvPr/>
        </p:nvSpPr>
        <p:spPr>
          <a:xfrm>
            <a:off x="152685" y="913833"/>
            <a:ext cx="8928992"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C51"/>
              </a:buClr>
              <a:buSzPts val="1050"/>
              <a:buFont typeface="Arial"/>
              <a:buNone/>
            </a:pPr>
            <a:r>
              <a:rPr lang="en-US" sz="1050">
                <a:solidFill>
                  <a:srgbClr val="006C51"/>
                </a:solidFill>
                <a:latin typeface="Arial"/>
                <a:ea typeface="Arial"/>
                <a:cs typeface="Arial"/>
                <a:sym typeface="Arial"/>
              </a:rPr>
              <a:t>What impact do you want to have on others ?</a:t>
            </a:r>
            <a:endParaRPr/>
          </a:p>
          <a:p>
            <a:pPr indent="0" lvl="0" marL="0" marR="0" rtl="0" algn="l">
              <a:lnSpc>
                <a:spcPct val="100000"/>
              </a:lnSpc>
              <a:spcBef>
                <a:spcPts val="0"/>
              </a:spcBef>
              <a:spcAft>
                <a:spcPts val="0"/>
              </a:spcAft>
              <a:buClr>
                <a:srgbClr val="006C51"/>
              </a:buClr>
              <a:buSzPts val="1050"/>
              <a:buFont typeface="Arial"/>
              <a:buNone/>
            </a:pPr>
            <a:r>
              <a:rPr lang="en-US" sz="1050">
                <a:solidFill>
                  <a:srgbClr val="006C51"/>
                </a:solidFill>
                <a:latin typeface="Arial"/>
                <a:ea typeface="Arial"/>
                <a:cs typeface="Arial"/>
                <a:sym typeface="Arial"/>
              </a:rPr>
              <a:t>What do you want to do more to make a difference?</a:t>
            </a:r>
            <a:endParaRPr/>
          </a:p>
        </p:txBody>
      </p:sp>
      <p:sp>
        <p:nvSpPr>
          <p:cNvPr id="858" name="Google Shape;858;p53"/>
          <p:cNvSpPr txBox="1"/>
          <p:nvPr/>
        </p:nvSpPr>
        <p:spPr>
          <a:xfrm>
            <a:off x="1511891" y="267128"/>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The IMPACT I Want To Create - Future</a:t>
            </a:r>
            <a:endParaRPr sz="2000">
              <a:solidFill>
                <a:schemeClr val="dk1"/>
              </a:solidFill>
              <a:latin typeface="Arial"/>
              <a:ea typeface="Arial"/>
              <a:cs typeface="Arial"/>
              <a:sym typeface="Arial"/>
            </a:endParaRPr>
          </a:p>
        </p:txBody>
      </p:sp>
      <p:grpSp>
        <p:nvGrpSpPr>
          <p:cNvPr id="859" name="Google Shape;859;p53"/>
          <p:cNvGrpSpPr/>
          <p:nvPr/>
        </p:nvGrpSpPr>
        <p:grpSpPr>
          <a:xfrm>
            <a:off x="199804" y="267128"/>
            <a:ext cx="1348091" cy="346382"/>
            <a:chOff x="127565" y="238493"/>
            <a:chExt cx="1348091" cy="346382"/>
          </a:xfrm>
        </p:grpSpPr>
        <p:sp>
          <p:nvSpPr>
            <p:cNvPr id="860" name="Google Shape;860;p53"/>
            <p:cNvSpPr/>
            <p:nvPr/>
          </p:nvSpPr>
          <p:spPr>
            <a:xfrm>
              <a:off x="127565" y="238493"/>
              <a:ext cx="1348091" cy="32781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61" name="Google Shape;861;p53"/>
            <p:cNvSpPr txBox="1"/>
            <p:nvPr/>
          </p:nvSpPr>
          <p:spPr>
            <a:xfrm>
              <a:off x="163569" y="246321"/>
              <a:ext cx="12400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Prework</a:t>
              </a:r>
              <a:endParaRPr/>
            </a:p>
          </p:txBody>
        </p:sp>
      </p:grpSp>
      <p:sp>
        <p:nvSpPr>
          <p:cNvPr id="862" name="Google Shape;862;p53"/>
          <p:cNvSpPr/>
          <p:nvPr/>
        </p:nvSpPr>
        <p:spPr>
          <a:xfrm>
            <a:off x="243214" y="1329331"/>
            <a:ext cx="8657574" cy="3546675"/>
          </a:xfrm>
          <a:prstGeom prst="rect">
            <a:avLst/>
          </a:prstGeom>
          <a:solidFill>
            <a:schemeClr val="lt1"/>
          </a:solidFill>
          <a:ln cap="flat" cmpd="sng" w="12700">
            <a:solidFill>
              <a:srgbClr val="003D2E"/>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In the future, I want to create a positive impact by using my skills and experiences to help people and improve organizations through technology. I want to inspire others to continue learning, work hard despite challenges, and believe in their abilities.</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Beyond career success, I want to become a responsible and trustworthy person who can support my family, help others, and bring positive influence to the people around me. I believe every challenge and experience is an opportunity to grow and create meaningful change.</a:t>
            </a:r>
            <a:endParaRPr sz="1426">
              <a:solidFill>
                <a:schemeClr val="dk1"/>
              </a:solidFill>
            </a:endParaRPr>
          </a:p>
          <a:p>
            <a:pPr indent="0" lvl="0" marL="0" marR="0" rtl="0" algn="l">
              <a:spcBef>
                <a:spcPts val="1200"/>
              </a:spcBef>
              <a:spcAft>
                <a:spcPts val="0"/>
              </a:spcAft>
              <a:buNone/>
            </a:pPr>
            <a:r>
              <a:t/>
            </a:r>
            <a:endParaRPr sz="1426">
              <a:solidFill>
                <a:schemeClr val="dk1"/>
              </a:solidFill>
            </a:endParaRPr>
          </a:p>
        </p:txBody>
      </p:sp>
      <p:pic>
        <p:nvPicPr>
          <p:cNvPr id="863" name="Google Shape;863;p53"/>
          <p:cNvPicPr preferRelativeResize="0"/>
          <p:nvPr/>
        </p:nvPicPr>
        <p:blipFill rotWithShape="1">
          <a:blip r:embed="rId3">
            <a:alphaModFix/>
          </a:blip>
          <a:srcRect b="0" l="0" r="0" t="0"/>
          <a:stretch/>
        </p:blipFill>
        <p:spPr>
          <a:xfrm>
            <a:off x="7768229" y="3605135"/>
            <a:ext cx="970751" cy="11452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54"/>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id="869" name="Google Shape;869;p54"/>
          <p:cNvPicPr preferRelativeResize="0"/>
          <p:nvPr/>
        </p:nvPicPr>
        <p:blipFill rotWithShape="1">
          <a:blip r:embed="rId3">
            <a:alphaModFix/>
          </a:blip>
          <a:srcRect b="0" l="0" r="0" t="0"/>
          <a:stretch/>
        </p:blipFill>
        <p:spPr>
          <a:xfrm>
            <a:off x="1259632" y="987574"/>
            <a:ext cx="6932616" cy="2568129"/>
          </a:xfrm>
          <a:prstGeom prst="rect">
            <a:avLst/>
          </a:prstGeom>
          <a:noFill/>
          <a:ln>
            <a:noFill/>
          </a:ln>
        </p:spPr>
      </p:pic>
      <p:sp>
        <p:nvSpPr>
          <p:cNvPr id="870" name="Google Shape;870;p54"/>
          <p:cNvSpPr txBox="1"/>
          <p:nvPr/>
        </p:nvSpPr>
        <p:spPr>
          <a:xfrm>
            <a:off x="1259632" y="3651870"/>
            <a:ext cx="770485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chemeClr val="hlink"/>
                </a:solidFill>
                <a:latin typeface="Arial"/>
                <a:ea typeface="Arial"/>
                <a:cs typeface="Arial"/>
                <a:sym typeface="Arial"/>
                <a:hlinkClick r:id="rId4"/>
              </a:rPr>
              <a:t>https://holdings.fujifilm.com/special/90th/en/history/</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871" name="Google Shape;871;p54"/>
          <p:cNvSpPr txBox="1"/>
          <p:nvPr/>
        </p:nvSpPr>
        <p:spPr>
          <a:xfrm>
            <a:off x="1553955" y="260523"/>
            <a:ext cx="583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Understand Fujifilm Group’s History</a:t>
            </a:r>
            <a:endParaRPr sz="2000">
              <a:solidFill>
                <a:schemeClr val="dk1"/>
              </a:solidFill>
              <a:latin typeface="Arial"/>
              <a:ea typeface="Arial"/>
              <a:cs typeface="Arial"/>
              <a:sym typeface="Arial"/>
            </a:endParaRPr>
          </a:p>
        </p:txBody>
      </p:sp>
      <p:grpSp>
        <p:nvGrpSpPr>
          <p:cNvPr id="872" name="Google Shape;872;p54"/>
          <p:cNvGrpSpPr/>
          <p:nvPr/>
        </p:nvGrpSpPr>
        <p:grpSpPr>
          <a:xfrm>
            <a:off x="205864" y="260523"/>
            <a:ext cx="1348091" cy="346382"/>
            <a:chOff x="127565" y="238493"/>
            <a:chExt cx="1348091" cy="346382"/>
          </a:xfrm>
        </p:grpSpPr>
        <p:sp>
          <p:nvSpPr>
            <p:cNvPr id="873" name="Google Shape;873;p54"/>
            <p:cNvSpPr/>
            <p:nvPr/>
          </p:nvSpPr>
          <p:spPr>
            <a:xfrm>
              <a:off x="127565" y="238493"/>
              <a:ext cx="1348091" cy="3278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74" name="Google Shape;874;p54"/>
            <p:cNvSpPr txBox="1"/>
            <p:nvPr/>
          </p:nvSpPr>
          <p:spPr>
            <a:xfrm>
              <a:off x="163569" y="246321"/>
              <a:ext cx="12666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Reference</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55"/>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880" name="Google Shape;880;p55"/>
          <p:cNvSpPr txBox="1"/>
          <p:nvPr/>
        </p:nvSpPr>
        <p:spPr>
          <a:xfrm>
            <a:off x="755576" y="1602254"/>
            <a:ext cx="7632848"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Your Prework ends here</a:t>
            </a:r>
            <a:endParaRPr/>
          </a:p>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Please print and bring a copy of your workbook for the workshop</a:t>
            </a:r>
            <a:endParaRPr/>
          </a:p>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We look forward to seeing you at the workshop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6"/>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886" name="Google Shape;886;p56"/>
          <p:cNvGrpSpPr/>
          <p:nvPr/>
        </p:nvGrpSpPr>
        <p:grpSpPr>
          <a:xfrm>
            <a:off x="179512" y="267494"/>
            <a:ext cx="1348091" cy="346382"/>
            <a:chOff x="127565" y="238493"/>
            <a:chExt cx="1348091" cy="346382"/>
          </a:xfrm>
        </p:grpSpPr>
        <p:sp>
          <p:nvSpPr>
            <p:cNvPr id="887" name="Google Shape;887;p56"/>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88" name="Google Shape;888;p56"/>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Workshop</a:t>
              </a:r>
              <a:endParaRPr/>
            </a:p>
          </p:txBody>
        </p:sp>
      </p:grpSp>
      <p:sp>
        <p:nvSpPr>
          <p:cNvPr id="889" name="Google Shape;889;p56"/>
          <p:cNvSpPr/>
          <p:nvPr/>
        </p:nvSpPr>
        <p:spPr>
          <a:xfrm>
            <a:off x="2670629" y="1132228"/>
            <a:ext cx="6221852" cy="3599761"/>
          </a:xfrm>
          <a:prstGeom prst="rect">
            <a:avLst/>
          </a:prstGeom>
          <a:no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26">
                <a:solidFill>
                  <a:schemeClr val="dk1"/>
                </a:solidFill>
              </a:rPr>
              <a:t>Today, I see myself as someone who is continuously learning and improving both personally and professionally. I aim to become a responsible, skilled, and hardworking person who can create a positive impact through my work and actions. </a:t>
            </a:r>
            <a:endParaRPr sz="12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26">
                <a:solidFill>
                  <a:schemeClr val="dk1"/>
                </a:solidFill>
              </a:rPr>
              <a:t>My past experiences taught me the importance of perseverance, patience, and self-improvement. Challenges, failures, and pressure helped me become more resilient, while my passion for technology and problem-solving motivated me to continue learning and growing. </a:t>
            </a:r>
            <a:endParaRPr sz="1226">
              <a:solidFill>
                <a:schemeClr val="dk1"/>
              </a:solidFill>
            </a:endParaRPr>
          </a:p>
          <a:p>
            <a:pPr indent="0" lvl="0" marL="0" rtl="0" algn="l">
              <a:lnSpc>
                <a:spcPct val="115000"/>
              </a:lnSpc>
              <a:spcBef>
                <a:spcPts val="1200"/>
              </a:spcBef>
              <a:spcAft>
                <a:spcPts val="1200"/>
              </a:spcAft>
              <a:buSzPts val="1100"/>
              <a:buNone/>
            </a:pPr>
            <a:r>
              <a:rPr lang="en-US" sz="1226">
                <a:solidFill>
                  <a:schemeClr val="dk1"/>
                </a:solidFill>
              </a:rPr>
              <a:t>In the future, I want to use my skills and experiences to create meaningful solutions and inspire others to keep learning despite difficulties. I hope to contribute positively to my workplace, support the people around me, and become someone who makes a difference through hard work, and dedication. </a:t>
            </a:r>
            <a:endParaRPr sz="1226">
              <a:solidFill>
                <a:schemeClr val="dk1"/>
              </a:solidFill>
            </a:endParaRPr>
          </a:p>
        </p:txBody>
      </p:sp>
      <p:sp>
        <p:nvSpPr>
          <p:cNvPr id="890" name="Google Shape;890;p56"/>
          <p:cNvSpPr txBox="1"/>
          <p:nvPr/>
        </p:nvSpPr>
        <p:spPr>
          <a:xfrm>
            <a:off x="156587" y="744086"/>
            <a:ext cx="809478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Reflect on your identity and your experiences to clarify your impact.</a:t>
            </a:r>
            <a:endParaRPr/>
          </a:p>
        </p:txBody>
      </p:sp>
      <p:sp>
        <p:nvSpPr>
          <p:cNvPr id="891" name="Google Shape;891;p56"/>
          <p:cNvSpPr/>
          <p:nvPr/>
        </p:nvSpPr>
        <p:spPr>
          <a:xfrm>
            <a:off x="228754" y="1132620"/>
            <a:ext cx="2376560" cy="3599369"/>
          </a:xfrm>
          <a:prstGeom prst="rect">
            <a:avLst/>
          </a:prstGeom>
          <a:noFill/>
          <a:ln cap="flat" cmpd="sng" w="1905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26">
              <a:solidFill>
                <a:schemeClr val="lt1"/>
              </a:solidFill>
              <a:latin typeface="Arial"/>
              <a:ea typeface="Arial"/>
              <a:cs typeface="Arial"/>
              <a:sym typeface="Arial"/>
            </a:endParaRPr>
          </a:p>
        </p:txBody>
      </p:sp>
      <p:sp>
        <p:nvSpPr>
          <p:cNvPr id="892" name="Google Shape;892;p56"/>
          <p:cNvSpPr txBox="1"/>
          <p:nvPr/>
        </p:nvSpPr>
        <p:spPr>
          <a:xfrm>
            <a:off x="1527603" y="238493"/>
            <a:ext cx="69913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Understanding Who am I?</a:t>
            </a:r>
            <a:endParaRPr b="0" i="0" sz="1800" u="none" cap="none" strike="noStrike">
              <a:solidFill>
                <a:srgbClr val="000000"/>
              </a:solidFill>
              <a:latin typeface="Meiryo"/>
              <a:ea typeface="Meiryo"/>
              <a:cs typeface="Meiryo"/>
              <a:sym typeface="Meiryo"/>
            </a:endParaRPr>
          </a:p>
        </p:txBody>
      </p:sp>
      <p:sp>
        <p:nvSpPr>
          <p:cNvPr id="893" name="Google Shape;893;p56"/>
          <p:cNvSpPr txBox="1"/>
          <p:nvPr/>
        </p:nvSpPr>
        <p:spPr>
          <a:xfrm>
            <a:off x="340352" y="1132228"/>
            <a:ext cx="2199648" cy="359936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6C51"/>
              </a:buClr>
              <a:buSzPts val="1400"/>
              <a:buFont typeface="Arial"/>
              <a:buNone/>
            </a:pPr>
            <a:r>
              <a:rPr b="1" lang="en-US" sz="1400">
                <a:solidFill>
                  <a:srgbClr val="006C51"/>
                </a:solidFill>
                <a:latin typeface="Arial"/>
                <a:ea typeface="Arial"/>
                <a:cs typeface="Arial"/>
                <a:sym typeface="Arial"/>
              </a:rPr>
              <a:t>Present</a:t>
            </a:r>
            <a:endParaRPr/>
          </a:p>
          <a:p>
            <a:pPr indent="0" lvl="0" marL="0" marR="0" rtl="0" algn="l">
              <a:lnSpc>
                <a:spcPct val="100000"/>
              </a:lnSpc>
              <a:spcBef>
                <a:spcPts val="300"/>
              </a:spcBef>
              <a:spcAft>
                <a:spcPts val="0"/>
              </a:spcAft>
              <a:buClr>
                <a:schemeClr val="dk1"/>
              </a:buClr>
              <a:buSzPts val="1200"/>
              <a:buFont typeface="Arial"/>
              <a:buNone/>
            </a:pPr>
            <a:r>
              <a:rPr lang="en-US" sz="1200">
                <a:solidFill>
                  <a:schemeClr val="dk1"/>
                </a:solidFill>
                <a:latin typeface="Arial"/>
                <a:ea typeface="Arial"/>
                <a:cs typeface="Arial"/>
                <a:sym typeface="Arial"/>
              </a:rPr>
              <a:t>Who am I today and what I want in my life?</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6C51"/>
              </a:buClr>
              <a:buSzPts val="1400"/>
              <a:buFont typeface="Arial"/>
              <a:buNone/>
            </a:pPr>
            <a:r>
              <a:rPr b="1" lang="en-US" sz="1400">
                <a:solidFill>
                  <a:srgbClr val="006C51"/>
                </a:solidFill>
                <a:latin typeface="Arial"/>
                <a:ea typeface="Arial"/>
                <a:cs typeface="Arial"/>
                <a:sym typeface="Arial"/>
              </a:rPr>
              <a:t>Past </a:t>
            </a:r>
            <a:endParaRPr/>
          </a:p>
          <a:p>
            <a:pPr indent="0" lvl="0" marL="0" marR="0" rtl="0" algn="l">
              <a:lnSpc>
                <a:spcPct val="100000"/>
              </a:lnSpc>
              <a:spcBef>
                <a:spcPts val="300"/>
              </a:spcBef>
              <a:spcAft>
                <a:spcPts val="0"/>
              </a:spcAft>
              <a:buClr>
                <a:schemeClr val="dk1"/>
              </a:buClr>
              <a:buSzPts val="1200"/>
              <a:buFont typeface="Arial"/>
              <a:buNone/>
            </a:pPr>
            <a:r>
              <a:rPr lang="en-US" sz="1200">
                <a:solidFill>
                  <a:schemeClr val="dk1"/>
                </a:solidFill>
                <a:latin typeface="Arial"/>
                <a:ea typeface="Arial"/>
                <a:cs typeface="Arial"/>
                <a:sym typeface="Arial"/>
              </a:rPr>
              <a:t>What are my learnings and abilities that I want to maximize?</a:t>
            </a:r>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200"/>
              <a:buFont typeface="Arial"/>
              <a:buNone/>
            </a:pPr>
            <a:r>
              <a:t/>
            </a:r>
            <a:endParaRPr b="1" sz="12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2"/>
              </a:buClr>
              <a:buSzPts val="1400"/>
              <a:buFont typeface="Arial"/>
              <a:buNone/>
            </a:pPr>
            <a:r>
              <a:rPr b="1" lang="en-US" sz="1400">
                <a:solidFill>
                  <a:schemeClr val="dk2"/>
                </a:solidFill>
                <a:latin typeface="Arial"/>
                <a:ea typeface="Arial"/>
                <a:cs typeface="Arial"/>
                <a:sym typeface="Arial"/>
              </a:rPr>
              <a:t>Future</a:t>
            </a:r>
            <a:endParaRPr/>
          </a:p>
          <a:p>
            <a:pPr indent="0" lvl="0" marL="0" marR="0" rtl="0" algn="l">
              <a:lnSpc>
                <a:spcPct val="100000"/>
              </a:lnSpc>
              <a:spcBef>
                <a:spcPts val="300"/>
              </a:spcBef>
              <a:spcAft>
                <a:spcPts val="0"/>
              </a:spcAft>
              <a:buClr>
                <a:schemeClr val="dk1"/>
              </a:buClr>
              <a:buSzPts val="1200"/>
              <a:buFont typeface="Arial"/>
              <a:buNone/>
            </a:pPr>
            <a:r>
              <a:rPr lang="en-US" sz="1200">
                <a:solidFill>
                  <a:schemeClr val="dk1"/>
                </a:solidFill>
                <a:latin typeface="Arial"/>
                <a:ea typeface="Arial"/>
                <a:cs typeface="Arial"/>
                <a:sym typeface="Arial"/>
              </a:rPr>
              <a:t>What is the impact I want to have on others?</a:t>
            </a:r>
            <a:endParaRPr b="1" sz="10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b="1" sz="1100">
              <a:solidFill>
                <a:schemeClr val="dk1"/>
              </a:solidFill>
              <a:latin typeface="Arial"/>
              <a:ea typeface="Arial"/>
              <a:cs typeface="Arial"/>
              <a:sym typeface="Arial"/>
            </a:endParaRPr>
          </a:p>
          <a:p>
            <a:pPr indent="0" lvl="0" marL="0" marR="0" rtl="0" algn="l">
              <a:lnSpc>
                <a:spcPct val="100000"/>
              </a:lnSpc>
              <a:spcBef>
                <a:spcPts val="3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p:txBody>
      </p:sp>
      <p:pic>
        <p:nvPicPr>
          <p:cNvPr id="894" name="Google Shape;894;p56"/>
          <p:cNvPicPr preferRelativeResize="0"/>
          <p:nvPr/>
        </p:nvPicPr>
        <p:blipFill rotWithShape="1">
          <a:blip r:embed="rId3">
            <a:alphaModFix/>
          </a:blip>
          <a:srcRect b="0" l="0" r="0" t="0"/>
          <a:stretch/>
        </p:blipFill>
        <p:spPr>
          <a:xfrm>
            <a:off x="7806211" y="3546111"/>
            <a:ext cx="932769" cy="11004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7"/>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grpSp>
        <p:nvGrpSpPr>
          <p:cNvPr id="901" name="Google Shape;901;p57"/>
          <p:cNvGrpSpPr/>
          <p:nvPr/>
        </p:nvGrpSpPr>
        <p:grpSpPr>
          <a:xfrm>
            <a:off x="179512" y="267494"/>
            <a:ext cx="1348091" cy="346382"/>
            <a:chOff x="127565" y="238493"/>
            <a:chExt cx="1348091" cy="346382"/>
          </a:xfrm>
        </p:grpSpPr>
        <p:sp>
          <p:nvSpPr>
            <p:cNvPr id="902" name="Google Shape;902;p57"/>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903" name="Google Shape;903;p57"/>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Workshop</a:t>
              </a:r>
              <a:endParaRPr/>
            </a:p>
          </p:txBody>
        </p:sp>
      </p:grpSp>
      <p:sp>
        <p:nvSpPr>
          <p:cNvPr id="904" name="Google Shape;904;p57"/>
          <p:cNvSpPr txBox="1"/>
          <p:nvPr/>
        </p:nvSpPr>
        <p:spPr>
          <a:xfrm>
            <a:off x="1527603" y="238493"/>
            <a:ext cx="69913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Identifying My RESONANCE with Fujifilm</a:t>
            </a:r>
            <a:endParaRPr b="0" i="0" sz="1800" u="none" cap="none" strike="noStrike">
              <a:solidFill>
                <a:srgbClr val="000000"/>
              </a:solidFill>
              <a:latin typeface="Meiryo"/>
              <a:ea typeface="Meiryo"/>
              <a:cs typeface="Meiryo"/>
              <a:sym typeface="Meiryo"/>
            </a:endParaRPr>
          </a:p>
        </p:txBody>
      </p:sp>
      <p:sp>
        <p:nvSpPr>
          <p:cNvPr id="905" name="Google Shape;905;p57"/>
          <p:cNvSpPr/>
          <p:nvPr/>
        </p:nvSpPr>
        <p:spPr>
          <a:xfrm>
            <a:off x="215516" y="1638795"/>
            <a:ext cx="8676965" cy="3093194"/>
          </a:xfrm>
          <a:prstGeom prst="rect">
            <a:avLst/>
          </a:prstGeom>
          <a:no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What I relate to most about Fujifilm is the mindset of continuous learning and improving. As someone working in technology, I also believe that challenges help people grow and become better in what they do.</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 like how Fujifilm values innovation, teamwork, and creating meaningful contributions. It matches my goal of improving my skills, learning from experiences, and using my knowledge to help the company and the people around me.</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 want to continue growing as a software developer while contributing through hard work, responsibility, and willingness to learn new things.</a:t>
            </a:r>
            <a:endParaRPr sz="1426">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426">
              <a:solidFill>
                <a:schemeClr val="dk1"/>
              </a:solidFill>
            </a:endParaRPr>
          </a:p>
        </p:txBody>
      </p:sp>
      <p:sp>
        <p:nvSpPr>
          <p:cNvPr id="906" name="Google Shape;906;p57"/>
          <p:cNvSpPr txBox="1"/>
          <p:nvPr/>
        </p:nvSpPr>
        <p:spPr>
          <a:xfrm>
            <a:off x="156587" y="744086"/>
            <a:ext cx="873589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Having reviewed Fujifilm Group’s commitment</a:t>
            </a:r>
            <a:endParaRPr/>
          </a:p>
          <a:p>
            <a:pPr indent="0" lvl="0" marL="0" marR="0" rtl="0" algn="l">
              <a:lnSpc>
                <a:spcPct val="100000"/>
              </a:lnSpc>
              <a:spcBef>
                <a:spcPts val="0"/>
              </a:spcBef>
              <a:spcAft>
                <a:spcPts val="0"/>
              </a:spcAft>
              <a:buClr>
                <a:srgbClr val="006C51"/>
              </a:buClr>
              <a:buSzPts val="1600"/>
              <a:buFont typeface="Arial"/>
              <a:buNone/>
            </a:pPr>
            <a:r>
              <a:rPr b="0" i="0" lang="en-US" sz="1600" u="none" cap="none" strike="noStrike">
                <a:solidFill>
                  <a:srgbClr val="006C51"/>
                </a:solidFill>
                <a:latin typeface="Arial"/>
                <a:ea typeface="Arial"/>
                <a:cs typeface="Arial"/>
                <a:sym typeface="Arial"/>
              </a:rPr>
              <a:t>What is the overlap between the impact you want to make (step 1) and the commitments of Fujifilm?</a:t>
            </a:r>
            <a:endParaRPr b="0" i="0" sz="1600" u="none" cap="none" strike="noStrike">
              <a:solidFill>
                <a:srgbClr val="000000"/>
              </a:solidFill>
              <a:latin typeface="Arial"/>
              <a:ea typeface="Arial"/>
              <a:cs typeface="Arial"/>
              <a:sym typeface="Arial"/>
            </a:endParaRPr>
          </a:p>
        </p:txBody>
      </p:sp>
      <p:pic>
        <p:nvPicPr>
          <p:cNvPr id="907" name="Google Shape;907;p57"/>
          <p:cNvPicPr preferRelativeResize="0"/>
          <p:nvPr/>
        </p:nvPicPr>
        <p:blipFill rotWithShape="1">
          <a:blip r:embed="rId3">
            <a:alphaModFix/>
          </a:blip>
          <a:srcRect b="0" l="0" r="0" t="0"/>
          <a:stretch/>
        </p:blipFill>
        <p:spPr>
          <a:xfrm>
            <a:off x="7846930" y="3477718"/>
            <a:ext cx="946278" cy="11463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58"/>
          <p:cNvSpPr txBox="1"/>
          <p:nvPr>
            <p:ph idx="12" type="sldNum"/>
          </p:nvPr>
        </p:nvSpPr>
        <p:spPr>
          <a:xfrm>
            <a:off x="8738980" y="4909604"/>
            <a:ext cx="360000" cy="14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grpSp>
        <p:nvGrpSpPr>
          <p:cNvPr id="914" name="Google Shape;914;p58"/>
          <p:cNvGrpSpPr/>
          <p:nvPr/>
        </p:nvGrpSpPr>
        <p:grpSpPr>
          <a:xfrm>
            <a:off x="179512" y="267494"/>
            <a:ext cx="1348091" cy="346382"/>
            <a:chOff x="127565" y="238493"/>
            <a:chExt cx="1348091" cy="346382"/>
          </a:xfrm>
        </p:grpSpPr>
        <p:sp>
          <p:nvSpPr>
            <p:cNvPr id="915" name="Google Shape;915;p58"/>
            <p:cNvSpPr/>
            <p:nvPr/>
          </p:nvSpPr>
          <p:spPr>
            <a:xfrm>
              <a:off x="127565" y="238493"/>
              <a:ext cx="1348091" cy="327815"/>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26"/>
                <a:buFont typeface="Arial"/>
                <a:buNone/>
              </a:pPr>
              <a:r>
                <a:t/>
              </a:r>
              <a:endParaRPr b="0" i="0" sz="1426" u="none" cap="none" strike="noStrike">
                <a:solidFill>
                  <a:srgbClr val="FFFFFF"/>
                </a:solidFill>
                <a:latin typeface="Arial"/>
                <a:ea typeface="Arial"/>
                <a:cs typeface="Arial"/>
                <a:sym typeface="Arial"/>
              </a:endParaRPr>
            </a:p>
          </p:txBody>
        </p:sp>
        <p:sp>
          <p:nvSpPr>
            <p:cNvPr id="916" name="Google Shape;916;p58"/>
            <p:cNvSpPr txBox="1"/>
            <p:nvPr/>
          </p:nvSpPr>
          <p:spPr>
            <a:xfrm>
              <a:off x="163569" y="246321"/>
              <a:ext cx="126035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Meiryo"/>
                <a:buNone/>
              </a:pPr>
              <a:r>
                <a:rPr b="1" i="0" lang="en-US" sz="1600" u="none" cap="none" strike="noStrike">
                  <a:solidFill>
                    <a:srgbClr val="FFFFFF"/>
                  </a:solidFill>
                  <a:latin typeface="Meiryo"/>
                  <a:ea typeface="Meiryo"/>
                  <a:cs typeface="Meiryo"/>
                  <a:sym typeface="Meiryo"/>
                </a:rPr>
                <a:t>Workshop</a:t>
              </a:r>
              <a:endParaRPr/>
            </a:p>
          </p:txBody>
        </p:sp>
      </p:grpSp>
      <p:sp>
        <p:nvSpPr>
          <p:cNvPr id="917" name="Google Shape;917;p58"/>
          <p:cNvSpPr txBox="1"/>
          <p:nvPr/>
        </p:nvSpPr>
        <p:spPr>
          <a:xfrm>
            <a:off x="1527603" y="238493"/>
            <a:ext cx="69913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Meiryo"/>
              <a:buNone/>
            </a:pPr>
            <a:r>
              <a:rPr b="0" i="0" lang="en-US" sz="2000" u="none" cap="none" strike="noStrike">
                <a:solidFill>
                  <a:srgbClr val="000000"/>
                </a:solidFill>
                <a:latin typeface="Meiryo"/>
                <a:ea typeface="Meiryo"/>
                <a:cs typeface="Meiryo"/>
                <a:sym typeface="Meiryo"/>
              </a:rPr>
              <a:t>Determining My ASPIRATION With Fujifilm</a:t>
            </a:r>
            <a:endParaRPr b="0" i="0" sz="1800" u="none" cap="none" strike="noStrike">
              <a:solidFill>
                <a:srgbClr val="000000"/>
              </a:solidFill>
              <a:latin typeface="Meiryo"/>
              <a:ea typeface="Meiryo"/>
              <a:cs typeface="Meiryo"/>
              <a:sym typeface="Meiryo"/>
            </a:endParaRPr>
          </a:p>
        </p:txBody>
      </p:sp>
      <p:sp>
        <p:nvSpPr>
          <p:cNvPr id="918" name="Google Shape;918;p58"/>
          <p:cNvSpPr/>
          <p:nvPr/>
        </p:nvSpPr>
        <p:spPr>
          <a:xfrm>
            <a:off x="228754" y="1330036"/>
            <a:ext cx="8663727" cy="3401953"/>
          </a:xfrm>
          <a:prstGeom prst="rect">
            <a:avLst/>
          </a:prstGeom>
          <a:no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My aspiration with Fujifilm is to continue growing as a software developer while learning new technologies and improving my skills. I want to contribute meaningful work, help improve processes, and become a better person while helping my team and learning from them. </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 also aspire to become a professional who faces challenges with patience, responsibility, and determination. Through continuous learning and experience, I hope to build a stable and successful career while creating positive contributions to the people around me.</a:t>
            </a:r>
            <a:endParaRPr sz="1426">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26">
                <a:solidFill>
                  <a:schemeClr val="dk1"/>
                </a:solidFill>
              </a:rPr>
              <a:t>In the future, I want my work to reflect growth, dedication, teamwork, and the willingness to continuously improve, which are values I also see in Fujifilm.</a:t>
            </a:r>
            <a:endParaRPr sz="1426">
              <a:solidFill>
                <a:schemeClr val="dk1"/>
              </a:solidFill>
            </a:endParaRPr>
          </a:p>
          <a:p>
            <a:pPr indent="0" lvl="0" marL="0" marR="0" rtl="0" algn="l">
              <a:lnSpc>
                <a:spcPct val="100000"/>
              </a:lnSpc>
              <a:spcBef>
                <a:spcPts val="1200"/>
              </a:spcBef>
              <a:spcAft>
                <a:spcPts val="0"/>
              </a:spcAft>
              <a:buClr>
                <a:schemeClr val="lt1"/>
              </a:buClr>
              <a:buSzPts val="1426"/>
              <a:buFont typeface="Arial"/>
              <a:buNone/>
            </a:pPr>
            <a:r>
              <a:t/>
            </a:r>
            <a:endParaRPr sz="1426">
              <a:solidFill>
                <a:schemeClr val="dk1"/>
              </a:solidFill>
            </a:endParaRPr>
          </a:p>
        </p:txBody>
      </p:sp>
      <p:sp>
        <p:nvSpPr>
          <p:cNvPr id="919" name="Google Shape;919;p58"/>
          <p:cNvSpPr txBox="1"/>
          <p:nvPr/>
        </p:nvSpPr>
        <p:spPr>
          <a:xfrm>
            <a:off x="156588" y="744086"/>
            <a:ext cx="8758658"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Determine my aspiration based on the overlap between the impact I want to make (step 1) and the commitments of Fujifilm (step 2)</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0" name="Google Shape;920;p58"/>
          <p:cNvPicPr preferRelativeResize="0"/>
          <p:nvPr/>
        </p:nvPicPr>
        <p:blipFill rotWithShape="1">
          <a:blip r:embed="rId3">
            <a:alphaModFix/>
          </a:blip>
          <a:srcRect b="0" l="0" r="0" t="0"/>
          <a:stretch/>
        </p:blipFill>
        <p:spPr>
          <a:xfrm>
            <a:off x="7884826" y="3515245"/>
            <a:ext cx="908382" cy="11004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1_テンプレート">
  <a:themeElements>
    <a:clrScheme name="ユーザー定義 1">
      <a:dk1>
        <a:srgbClr val="000000"/>
      </a:dk1>
      <a:lt1>
        <a:srgbClr val="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テンプレート">
  <a:themeElements>
    <a:clrScheme name="ユーザー定義 1">
      <a:dk1>
        <a:srgbClr val="000000"/>
      </a:dk1>
      <a:lt1>
        <a:srgbClr val="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テンプレート">
  <a:themeElements>
    <a:clrScheme name="ユーザー定義 1">
      <a:dk1>
        <a:srgbClr val="000000"/>
      </a:dk1>
      <a:lt1>
        <a:srgbClr val="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