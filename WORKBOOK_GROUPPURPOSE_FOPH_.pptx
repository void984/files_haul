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5"/>
    <p:sldMasterId id="2147483737" r:id="rId6"/>
    <p:sldMasterId id="2147483754" r:id="rId7"/>
  </p:sldMasterIdLst>
  <p:notesMasterIdLst>
    <p:notesMasterId r:id="rId28"/>
  </p:notesMasterIdLst>
  <p:handoutMasterIdLst>
    <p:handoutMasterId r:id="rId29"/>
  </p:handoutMasterIdLst>
  <p:sldIdLst>
    <p:sldId id="332" r:id="rId8"/>
    <p:sldId id="2147482712" r:id="rId9"/>
    <p:sldId id="2147482714" r:id="rId10"/>
    <p:sldId id="2147482715" r:id="rId11"/>
    <p:sldId id="2147482716" r:id="rId12"/>
    <p:sldId id="2147482713" r:id="rId13"/>
    <p:sldId id="2147482717" r:id="rId14"/>
    <p:sldId id="2147482718" r:id="rId15"/>
    <p:sldId id="2147482719" r:id="rId16"/>
    <p:sldId id="2147482720" r:id="rId17"/>
    <p:sldId id="2147482721" r:id="rId18"/>
    <p:sldId id="2147482738" r:id="rId19"/>
    <p:sldId id="2147482722" r:id="rId20"/>
    <p:sldId id="2147482723" r:id="rId21"/>
    <p:sldId id="2147482724" r:id="rId22"/>
    <p:sldId id="2147482725" r:id="rId23"/>
    <p:sldId id="274" r:id="rId24"/>
    <p:sldId id="2147482732" r:id="rId25"/>
    <p:sldId id="2147482733" r:id="rId26"/>
    <p:sldId id="303" r:id="rId27"/>
  </p:sldIdLst>
  <p:sldSz cx="9144000" cy="5143500" type="screen16x9"/>
  <p:notesSz cx="6807200" cy="9939338"/>
  <p:defaultTextStyle>
    <a:defPPr>
      <a:defRPr lang="en-US"/>
    </a:defPPr>
    <a:lvl1pPr marL="0" algn="l" defTabSz="362148" rtl="0" eaLnBrk="1" latinLnBrk="0" hangingPunct="1">
      <a:defRPr sz="1426" kern="1200">
        <a:solidFill>
          <a:schemeClr val="tx1"/>
        </a:solidFill>
        <a:latin typeface="+mn-lt"/>
        <a:ea typeface="+mn-ea"/>
        <a:cs typeface="+mn-cs"/>
      </a:defRPr>
    </a:lvl1pPr>
    <a:lvl2pPr marL="362148" algn="l" defTabSz="362148" rtl="0" eaLnBrk="1" latinLnBrk="0" hangingPunct="1">
      <a:defRPr sz="1426" kern="1200">
        <a:solidFill>
          <a:schemeClr val="tx1"/>
        </a:solidFill>
        <a:latin typeface="+mn-lt"/>
        <a:ea typeface="+mn-ea"/>
        <a:cs typeface="+mn-cs"/>
      </a:defRPr>
    </a:lvl2pPr>
    <a:lvl3pPr marL="724296" algn="l" defTabSz="362148" rtl="0" eaLnBrk="1" latinLnBrk="0" hangingPunct="1">
      <a:defRPr sz="1426" kern="1200">
        <a:solidFill>
          <a:schemeClr val="tx1"/>
        </a:solidFill>
        <a:latin typeface="+mn-lt"/>
        <a:ea typeface="+mn-ea"/>
        <a:cs typeface="+mn-cs"/>
      </a:defRPr>
    </a:lvl3pPr>
    <a:lvl4pPr marL="1086444" algn="l" defTabSz="362148" rtl="0" eaLnBrk="1" latinLnBrk="0" hangingPunct="1">
      <a:defRPr sz="1426" kern="1200">
        <a:solidFill>
          <a:schemeClr val="tx1"/>
        </a:solidFill>
        <a:latin typeface="+mn-lt"/>
        <a:ea typeface="+mn-ea"/>
        <a:cs typeface="+mn-cs"/>
      </a:defRPr>
    </a:lvl4pPr>
    <a:lvl5pPr marL="1448592" algn="l" defTabSz="362148" rtl="0" eaLnBrk="1" latinLnBrk="0" hangingPunct="1">
      <a:defRPr sz="1426" kern="1200">
        <a:solidFill>
          <a:schemeClr val="tx1"/>
        </a:solidFill>
        <a:latin typeface="+mn-lt"/>
        <a:ea typeface="+mn-ea"/>
        <a:cs typeface="+mn-cs"/>
      </a:defRPr>
    </a:lvl5pPr>
    <a:lvl6pPr marL="1810741" algn="l" defTabSz="362148" rtl="0" eaLnBrk="1" latinLnBrk="0" hangingPunct="1">
      <a:defRPr sz="1426" kern="1200">
        <a:solidFill>
          <a:schemeClr val="tx1"/>
        </a:solidFill>
        <a:latin typeface="+mn-lt"/>
        <a:ea typeface="+mn-ea"/>
        <a:cs typeface="+mn-cs"/>
      </a:defRPr>
    </a:lvl6pPr>
    <a:lvl7pPr marL="2172889" algn="l" defTabSz="362148" rtl="0" eaLnBrk="1" latinLnBrk="0" hangingPunct="1">
      <a:defRPr sz="1426" kern="1200">
        <a:solidFill>
          <a:schemeClr val="tx1"/>
        </a:solidFill>
        <a:latin typeface="+mn-lt"/>
        <a:ea typeface="+mn-ea"/>
        <a:cs typeface="+mn-cs"/>
      </a:defRPr>
    </a:lvl7pPr>
    <a:lvl8pPr marL="2535037" algn="l" defTabSz="362148" rtl="0" eaLnBrk="1" latinLnBrk="0" hangingPunct="1">
      <a:defRPr sz="1426" kern="1200">
        <a:solidFill>
          <a:schemeClr val="tx1"/>
        </a:solidFill>
        <a:latin typeface="+mn-lt"/>
        <a:ea typeface="+mn-ea"/>
        <a:cs typeface="+mn-cs"/>
      </a:defRPr>
    </a:lvl8pPr>
    <a:lvl9pPr marL="2897185" algn="l" defTabSz="362148" rtl="0" eaLnBrk="1" latinLnBrk="0" hangingPunct="1">
      <a:defRPr sz="1426"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DCD4"/>
    <a:srgbClr val="FF9900"/>
    <a:srgbClr val="FFC000"/>
    <a:srgbClr val="4472C4"/>
    <a:srgbClr val="0191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22"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microsoft.com/office/2016/11/relationships/changesInfo" Target="changesInfos/changesInfo1.xml"/><Relationship Id="rId7"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h Mae Herrero" userId="0cb6cf98-b793-4646-afe5-635c0bae747c" providerId="ADAL" clId="{C83E615D-DCE0-48E1-9627-0B4DE31595BA}"/>
    <pc:docChg chg="undo custSel modSld">
      <pc:chgData name="Arah Mae Herrero" userId="0cb6cf98-b793-4646-afe5-635c0bae747c" providerId="ADAL" clId="{C83E615D-DCE0-48E1-9627-0B4DE31595BA}" dt="2026-04-15T07:24:15.509" v="69" actId="478"/>
      <pc:docMkLst>
        <pc:docMk/>
      </pc:docMkLst>
      <pc:sldChg chg="delSp modSp mod">
        <pc:chgData name="Arah Mae Herrero" userId="0cb6cf98-b793-4646-afe5-635c0bae747c" providerId="ADAL" clId="{C83E615D-DCE0-48E1-9627-0B4DE31595BA}" dt="2026-04-15T07:24:15.509" v="69" actId="478"/>
        <pc:sldMkLst>
          <pc:docMk/>
          <pc:sldMk cId="2925837167" sldId="274"/>
        </pc:sldMkLst>
        <pc:graphicFrameChg chg="del modGraphic">
          <ac:chgData name="Arah Mae Herrero" userId="0cb6cf98-b793-4646-afe5-635c0bae747c" providerId="ADAL" clId="{C83E615D-DCE0-48E1-9627-0B4DE31595BA}" dt="2026-04-15T07:24:15.509" v="69" actId="478"/>
          <ac:graphicFrameMkLst>
            <pc:docMk/>
            <pc:sldMk cId="2925837167" sldId="274"/>
            <ac:graphicFrameMk id="6" creationId="{BAE17F56-8FF3-8E26-AB89-83C7A9E91EB7}"/>
          </ac:graphicFrameMkLst>
        </pc:graphicFrameChg>
      </pc:sldChg>
      <pc:sldChg chg="modSp mod">
        <pc:chgData name="Arah Mae Herrero" userId="0cb6cf98-b793-4646-afe5-635c0bae747c" providerId="ADAL" clId="{C83E615D-DCE0-48E1-9627-0B4DE31595BA}" dt="2026-04-15T07:20:46.772" v="27" actId="207"/>
        <pc:sldMkLst>
          <pc:docMk/>
          <pc:sldMk cId="3604940306" sldId="332"/>
        </pc:sldMkLst>
        <pc:spChg chg="mod">
          <ac:chgData name="Arah Mae Herrero" userId="0cb6cf98-b793-4646-afe5-635c0bae747c" providerId="ADAL" clId="{C83E615D-DCE0-48E1-9627-0B4DE31595BA}" dt="2026-04-15T07:20:46.772" v="27" actId="207"/>
          <ac:spMkLst>
            <pc:docMk/>
            <pc:sldMk cId="3604940306" sldId="332"/>
            <ac:spMk id="3" creationId="{D4C951EC-ED83-001F-ADF2-E35AB464FF6D}"/>
          </ac:spMkLst>
        </pc:spChg>
      </pc:sldChg>
      <pc:sldChg chg="delSp modSp mod">
        <pc:chgData name="Arah Mae Herrero" userId="0cb6cf98-b793-4646-afe5-635c0bae747c" providerId="ADAL" clId="{C83E615D-DCE0-48E1-9627-0B4DE31595BA}" dt="2026-04-15T07:21:33.140" v="34" actId="14100"/>
        <pc:sldMkLst>
          <pc:docMk/>
          <pc:sldMk cId="1443095867" sldId="2147482713"/>
        </pc:sldMkLst>
        <pc:spChg chg="mod">
          <ac:chgData name="Arah Mae Herrero" userId="0cb6cf98-b793-4646-afe5-635c0bae747c" providerId="ADAL" clId="{C83E615D-DCE0-48E1-9627-0B4DE31595BA}" dt="2026-04-15T07:21:33.140" v="34" actId="14100"/>
          <ac:spMkLst>
            <pc:docMk/>
            <pc:sldMk cId="1443095867" sldId="2147482713"/>
            <ac:spMk id="8" creationId="{58EA793B-561F-24AF-B5AD-81EE92AFE954}"/>
          </ac:spMkLst>
        </pc:spChg>
        <pc:graphicFrameChg chg="del">
          <ac:chgData name="Arah Mae Herrero" userId="0cb6cf98-b793-4646-afe5-635c0bae747c" providerId="ADAL" clId="{C83E615D-DCE0-48E1-9627-0B4DE31595BA}" dt="2026-04-15T07:21:05.707" v="28" actId="478"/>
          <ac:graphicFrameMkLst>
            <pc:docMk/>
            <pc:sldMk cId="1443095867" sldId="2147482713"/>
            <ac:graphicFrameMk id="12" creationId="{D7DD44C0-85A8-9AC7-D43C-95E13779E227}"/>
          </ac:graphicFrameMkLst>
        </pc:graphicFrameChg>
      </pc:sldChg>
      <pc:sldChg chg="modSp mod">
        <pc:chgData name="Arah Mae Herrero" userId="0cb6cf98-b793-4646-afe5-635c0bae747c" providerId="ADAL" clId="{C83E615D-DCE0-48E1-9627-0B4DE31595BA}" dt="2026-04-15T07:21:52.228" v="35" actId="6549"/>
        <pc:sldMkLst>
          <pc:docMk/>
          <pc:sldMk cId="1748285657" sldId="2147482717"/>
        </pc:sldMkLst>
        <pc:graphicFrameChg chg="modGraphic">
          <ac:chgData name="Arah Mae Herrero" userId="0cb6cf98-b793-4646-afe5-635c0bae747c" providerId="ADAL" clId="{C83E615D-DCE0-48E1-9627-0B4DE31595BA}" dt="2026-04-15T07:21:52.228" v="35" actId="6549"/>
          <ac:graphicFrameMkLst>
            <pc:docMk/>
            <pc:sldMk cId="1748285657" sldId="2147482717"/>
            <ac:graphicFrameMk id="12" creationId="{099F6A8C-2DC2-19DA-A6E2-55EF3A1138EF}"/>
          </ac:graphicFrameMkLst>
        </pc:graphicFrameChg>
      </pc:sldChg>
      <pc:sldChg chg="modSp mod">
        <pc:chgData name="Arah Mae Herrero" userId="0cb6cf98-b793-4646-afe5-635c0bae747c" providerId="ADAL" clId="{C83E615D-DCE0-48E1-9627-0B4DE31595BA}" dt="2026-04-15T07:22:01.328" v="36" actId="6549"/>
        <pc:sldMkLst>
          <pc:docMk/>
          <pc:sldMk cId="1669715417" sldId="2147482718"/>
        </pc:sldMkLst>
        <pc:graphicFrameChg chg="modGraphic">
          <ac:chgData name="Arah Mae Herrero" userId="0cb6cf98-b793-4646-afe5-635c0bae747c" providerId="ADAL" clId="{C83E615D-DCE0-48E1-9627-0B4DE31595BA}" dt="2026-04-15T07:22:01.328" v="36" actId="6549"/>
          <ac:graphicFrameMkLst>
            <pc:docMk/>
            <pc:sldMk cId="1669715417" sldId="2147482718"/>
            <ac:graphicFrameMk id="12" creationId="{350ADFA3-0903-8DE1-3A10-DE882B2B9070}"/>
          </ac:graphicFrameMkLst>
        </pc:graphicFrameChg>
      </pc:sldChg>
      <pc:sldChg chg="modSp mod">
        <pc:chgData name="Arah Mae Herrero" userId="0cb6cf98-b793-4646-afe5-635c0bae747c" providerId="ADAL" clId="{C83E615D-DCE0-48E1-9627-0B4DE31595BA}" dt="2026-04-15T07:23:39.396" v="63" actId="6549"/>
        <pc:sldMkLst>
          <pc:docMk/>
          <pc:sldMk cId="3935568856" sldId="2147482723"/>
        </pc:sldMkLst>
        <pc:spChg chg="mod">
          <ac:chgData name="Arah Mae Herrero" userId="0cb6cf98-b793-4646-afe5-635c0bae747c" providerId="ADAL" clId="{C83E615D-DCE0-48E1-9627-0B4DE31595BA}" dt="2026-04-15T07:23:39.396" v="63" actId="6549"/>
          <ac:spMkLst>
            <pc:docMk/>
            <pc:sldMk cId="3935568856" sldId="2147482723"/>
            <ac:spMk id="10" creationId="{8F8953BF-CD9E-88A6-FBD5-D7F2912674D8}"/>
          </ac:spMkLst>
        </pc:spChg>
      </pc:sldChg>
      <pc:sldChg chg="addSp delSp modSp mod">
        <pc:chgData name="Arah Mae Herrero" userId="0cb6cf98-b793-4646-afe5-635c0bae747c" providerId="ADAL" clId="{C83E615D-DCE0-48E1-9627-0B4DE31595BA}" dt="2026-04-15T07:23:11.758" v="62" actId="6549"/>
        <pc:sldMkLst>
          <pc:docMk/>
          <pc:sldMk cId="3973515532" sldId="2147482738"/>
        </pc:sldMkLst>
        <pc:spChg chg="del mod">
          <ac:chgData name="Arah Mae Herrero" userId="0cb6cf98-b793-4646-afe5-635c0bae747c" providerId="ADAL" clId="{C83E615D-DCE0-48E1-9627-0B4DE31595BA}" dt="2026-04-15T07:22:57.826" v="56" actId="478"/>
          <ac:spMkLst>
            <pc:docMk/>
            <pc:sldMk cId="3973515532" sldId="2147482738"/>
            <ac:spMk id="2" creationId="{B3946C2E-0BCA-EE14-86E4-57845E332128}"/>
          </ac:spMkLst>
        </pc:spChg>
        <pc:spChg chg="add del">
          <ac:chgData name="Arah Mae Herrero" userId="0cb6cf98-b793-4646-afe5-635c0bae747c" providerId="ADAL" clId="{C83E615D-DCE0-48E1-9627-0B4DE31595BA}" dt="2026-04-15T07:22:54.374" v="55" actId="478"/>
          <ac:spMkLst>
            <pc:docMk/>
            <pc:sldMk cId="3973515532" sldId="2147482738"/>
            <ac:spMk id="6" creationId="{606FDEA3-BD35-CE44-ABC7-797580FCEB6F}"/>
          </ac:spMkLst>
        </pc:spChg>
        <pc:spChg chg="mod">
          <ac:chgData name="Arah Mae Herrero" userId="0cb6cf98-b793-4646-afe5-635c0bae747c" providerId="ADAL" clId="{C83E615D-DCE0-48E1-9627-0B4DE31595BA}" dt="2026-04-15T07:23:06.584" v="61" actId="6549"/>
          <ac:spMkLst>
            <pc:docMk/>
            <pc:sldMk cId="3973515532" sldId="2147482738"/>
            <ac:spMk id="7" creationId="{34ADC2A9-2A62-2FBE-A797-FF66DD9D7222}"/>
          </ac:spMkLst>
        </pc:spChg>
        <pc:spChg chg="mod">
          <ac:chgData name="Arah Mae Herrero" userId="0cb6cf98-b793-4646-afe5-635c0bae747c" providerId="ADAL" clId="{C83E615D-DCE0-48E1-9627-0B4DE31595BA}" dt="2026-04-15T07:23:04.325" v="60" actId="6549"/>
          <ac:spMkLst>
            <pc:docMk/>
            <pc:sldMk cId="3973515532" sldId="2147482738"/>
            <ac:spMk id="8" creationId="{04E93311-D91B-2A5F-4590-D12818F9AB83}"/>
          </ac:spMkLst>
        </pc:spChg>
        <pc:spChg chg="del">
          <ac:chgData name="Arah Mae Herrero" userId="0cb6cf98-b793-4646-afe5-635c0bae747c" providerId="ADAL" clId="{C83E615D-DCE0-48E1-9627-0B4DE31595BA}" dt="2026-04-15T07:22:33.744" v="41" actId="478"/>
          <ac:spMkLst>
            <pc:docMk/>
            <pc:sldMk cId="3973515532" sldId="2147482738"/>
            <ac:spMk id="16" creationId="{08B3FB67-DC8B-B6D6-9BE7-21600DC71524}"/>
          </ac:spMkLst>
        </pc:spChg>
        <pc:spChg chg="del">
          <ac:chgData name="Arah Mae Herrero" userId="0cb6cf98-b793-4646-afe5-635c0bae747c" providerId="ADAL" clId="{C83E615D-DCE0-48E1-9627-0B4DE31595BA}" dt="2026-04-15T07:22:37.219" v="42" actId="478"/>
          <ac:spMkLst>
            <pc:docMk/>
            <pc:sldMk cId="3973515532" sldId="2147482738"/>
            <ac:spMk id="19" creationId="{4A6BA7A2-8B3C-E28B-5304-23D047B48DD5}"/>
          </ac:spMkLst>
        </pc:spChg>
        <pc:spChg chg="mod">
          <ac:chgData name="Arah Mae Herrero" userId="0cb6cf98-b793-4646-afe5-635c0bae747c" providerId="ADAL" clId="{C83E615D-DCE0-48E1-9627-0B4DE31595BA}" dt="2026-04-15T07:23:11.758" v="62" actId="6549"/>
          <ac:spMkLst>
            <pc:docMk/>
            <pc:sldMk cId="3973515532" sldId="2147482738"/>
            <ac:spMk id="20" creationId="{041CAED5-8D69-7752-E38F-294C0972D607}"/>
          </ac:spMkLst>
        </pc:spChg>
        <pc:spChg chg="del">
          <ac:chgData name="Arah Mae Herrero" userId="0cb6cf98-b793-4646-afe5-635c0bae747c" providerId="ADAL" clId="{C83E615D-DCE0-48E1-9627-0B4DE31595BA}" dt="2026-04-15T07:22:41.402" v="45" actId="478"/>
          <ac:spMkLst>
            <pc:docMk/>
            <pc:sldMk cId="3973515532" sldId="2147482738"/>
            <ac:spMk id="22" creationId="{117D6763-8279-E255-9318-D9EFCAEB1C23}"/>
          </ac:spMkLst>
        </pc:spChg>
        <pc:spChg chg="del">
          <ac:chgData name="Arah Mae Herrero" userId="0cb6cf98-b793-4646-afe5-635c0bae747c" providerId="ADAL" clId="{C83E615D-DCE0-48E1-9627-0B4DE31595BA}" dt="2026-04-15T07:22:42.678" v="46" actId="478"/>
          <ac:spMkLst>
            <pc:docMk/>
            <pc:sldMk cId="3973515532" sldId="2147482738"/>
            <ac:spMk id="23" creationId="{9F617208-D014-172C-CE09-6E58E90DFAE9}"/>
          </ac:spMkLst>
        </pc:spChg>
        <pc:spChg chg="del">
          <ac:chgData name="Arah Mae Herrero" userId="0cb6cf98-b793-4646-afe5-635c0bae747c" providerId="ADAL" clId="{C83E615D-DCE0-48E1-9627-0B4DE31595BA}" dt="2026-04-15T07:22:46.521" v="49" actId="478"/>
          <ac:spMkLst>
            <pc:docMk/>
            <pc:sldMk cId="3973515532" sldId="2147482738"/>
            <ac:spMk id="24" creationId="{F4328E8E-A11B-B475-773C-D3849F56C50F}"/>
          </ac:spMkLst>
        </pc:spChg>
        <pc:spChg chg="del">
          <ac:chgData name="Arah Mae Herrero" userId="0cb6cf98-b793-4646-afe5-635c0bae747c" providerId="ADAL" clId="{C83E615D-DCE0-48E1-9627-0B4DE31595BA}" dt="2026-04-15T07:22:49.222" v="51" actId="478"/>
          <ac:spMkLst>
            <pc:docMk/>
            <pc:sldMk cId="3973515532" sldId="2147482738"/>
            <ac:spMk id="25" creationId="{89958E9C-B122-445A-884E-5581F9457C43}"/>
          </ac:spMkLst>
        </pc:spChg>
        <pc:spChg chg="del">
          <ac:chgData name="Arah Mae Herrero" userId="0cb6cf98-b793-4646-afe5-635c0bae747c" providerId="ADAL" clId="{C83E615D-DCE0-48E1-9627-0B4DE31595BA}" dt="2026-04-15T07:22:50.356" v="52" actId="478"/>
          <ac:spMkLst>
            <pc:docMk/>
            <pc:sldMk cId="3973515532" sldId="2147482738"/>
            <ac:spMk id="26" creationId="{FCA6F890-B497-DE39-546B-84768054FC3F}"/>
          </ac:spMkLst>
        </pc:spChg>
        <pc:spChg chg="del">
          <ac:chgData name="Arah Mae Herrero" userId="0cb6cf98-b793-4646-afe5-635c0bae747c" providerId="ADAL" clId="{C83E615D-DCE0-48E1-9627-0B4DE31595BA}" dt="2026-04-15T07:22:59.153" v="57" actId="478"/>
          <ac:spMkLst>
            <pc:docMk/>
            <pc:sldMk cId="3973515532" sldId="2147482738"/>
            <ac:spMk id="27" creationId="{9F2CE5F4-BE6D-E7CD-1231-50BA1171A32E}"/>
          </ac:spMkLst>
        </pc:spChg>
        <pc:spChg chg="del">
          <ac:chgData name="Arah Mae Herrero" userId="0cb6cf98-b793-4646-afe5-635c0bae747c" providerId="ADAL" clId="{C83E615D-DCE0-48E1-9627-0B4DE31595BA}" dt="2026-04-15T07:22:29.856" v="40" actId="478"/>
          <ac:spMkLst>
            <pc:docMk/>
            <pc:sldMk cId="3973515532" sldId="2147482738"/>
            <ac:spMk id="28" creationId="{4383E7C8-6179-DD39-90D8-DA4ECB0F8830}"/>
          </ac:spMkLst>
        </pc:spChg>
        <pc:spChg chg="del">
          <ac:chgData name="Arah Mae Herrero" userId="0cb6cf98-b793-4646-afe5-635c0bae747c" providerId="ADAL" clId="{C83E615D-DCE0-48E1-9627-0B4DE31595BA}" dt="2026-04-15T07:22:27.651" v="39" actId="478"/>
          <ac:spMkLst>
            <pc:docMk/>
            <pc:sldMk cId="3973515532" sldId="2147482738"/>
            <ac:spMk id="30" creationId="{B3980235-68F2-114A-832D-81AD3C674DB1}"/>
          </ac:spMkLst>
        </pc:spChg>
        <pc:spChg chg="del">
          <ac:chgData name="Arah Mae Herrero" userId="0cb6cf98-b793-4646-afe5-635c0bae747c" providerId="ADAL" clId="{C83E615D-DCE0-48E1-9627-0B4DE31595BA}" dt="2026-04-15T07:23:00.369" v="58" actId="478"/>
          <ac:spMkLst>
            <pc:docMk/>
            <pc:sldMk cId="3973515532" sldId="2147482738"/>
            <ac:spMk id="31" creationId="{13AFA3E1-8F0F-EE72-4618-B3CB59773151}"/>
          </ac:spMkLst>
        </pc:spChg>
        <pc:spChg chg="del">
          <ac:chgData name="Arah Mae Herrero" userId="0cb6cf98-b793-4646-afe5-635c0bae747c" providerId="ADAL" clId="{C83E615D-DCE0-48E1-9627-0B4DE31595BA}" dt="2026-04-15T07:22:25.064" v="38" actId="478"/>
          <ac:spMkLst>
            <pc:docMk/>
            <pc:sldMk cId="3973515532" sldId="2147482738"/>
            <ac:spMk id="32" creationId="{F839C7D8-99F8-639E-0028-62D711E3397B}"/>
          </ac:spMkLst>
        </pc:spChg>
        <pc:spChg chg="del">
          <ac:chgData name="Arah Mae Herrero" userId="0cb6cf98-b793-4646-afe5-635c0bae747c" providerId="ADAL" clId="{C83E615D-DCE0-48E1-9627-0B4DE31595BA}" dt="2026-04-15T07:23:01.268" v="59" actId="478"/>
          <ac:spMkLst>
            <pc:docMk/>
            <pc:sldMk cId="3973515532" sldId="2147482738"/>
            <ac:spMk id="33" creationId="{A6A2166E-5C09-94FA-442C-12310474966E}"/>
          </ac:spMkLst>
        </pc:spChg>
        <pc:spChg chg="del">
          <ac:chgData name="Arah Mae Herrero" userId="0cb6cf98-b793-4646-afe5-635c0bae747c" providerId="ADAL" clId="{C83E615D-DCE0-48E1-9627-0B4DE31595BA}" dt="2026-04-15T07:22:22.540" v="37" actId="478"/>
          <ac:spMkLst>
            <pc:docMk/>
            <pc:sldMk cId="3973515532" sldId="2147482738"/>
            <ac:spMk id="34" creationId="{38B0793C-2B16-B5D6-E27A-D1B9634644B5}"/>
          </ac:spMkLst>
        </pc:spChg>
        <pc:spChg chg="del">
          <ac:chgData name="Arah Mae Herrero" userId="0cb6cf98-b793-4646-afe5-635c0bae747c" providerId="ADAL" clId="{C83E615D-DCE0-48E1-9627-0B4DE31595BA}" dt="2026-04-15T07:22:44.346" v="47" actId="478"/>
          <ac:spMkLst>
            <pc:docMk/>
            <pc:sldMk cId="3973515532" sldId="2147482738"/>
            <ac:spMk id="37" creationId="{019D63E3-4C0F-2DC8-9D06-FE89B069BE84}"/>
          </ac:spMkLst>
        </pc:spChg>
        <pc:spChg chg="del">
          <ac:chgData name="Arah Mae Herrero" userId="0cb6cf98-b793-4646-afe5-635c0bae747c" providerId="ADAL" clId="{C83E615D-DCE0-48E1-9627-0B4DE31595BA}" dt="2026-04-15T07:22:38.671" v="43" actId="478"/>
          <ac:spMkLst>
            <pc:docMk/>
            <pc:sldMk cId="3973515532" sldId="2147482738"/>
            <ac:spMk id="38" creationId="{86B2876B-8219-693C-C172-F2A5E40CFFA0}"/>
          </ac:spMkLst>
        </pc:spChg>
        <pc:spChg chg="del">
          <ac:chgData name="Arah Mae Herrero" userId="0cb6cf98-b793-4646-afe5-635c0bae747c" providerId="ADAL" clId="{C83E615D-DCE0-48E1-9627-0B4DE31595BA}" dt="2026-04-15T07:22:45.147" v="48" actId="478"/>
          <ac:spMkLst>
            <pc:docMk/>
            <pc:sldMk cId="3973515532" sldId="2147482738"/>
            <ac:spMk id="39" creationId="{A308322A-9C9D-8668-A818-D34B2C1BE0B3}"/>
          </ac:spMkLst>
        </pc:spChg>
        <pc:spChg chg="del">
          <ac:chgData name="Arah Mae Herrero" userId="0cb6cf98-b793-4646-afe5-635c0bae747c" providerId="ADAL" clId="{C83E615D-DCE0-48E1-9627-0B4DE31595BA}" dt="2026-04-15T07:22:47.576" v="50" actId="478"/>
          <ac:spMkLst>
            <pc:docMk/>
            <pc:sldMk cId="3973515532" sldId="2147482738"/>
            <ac:spMk id="40" creationId="{29E2753F-6CF3-E379-1B7B-5E1988C28919}"/>
          </ac:spMkLst>
        </pc:spChg>
        <pc:spChg chg="del">
          <ac:chgData name="Arah Mae Herrero" userId="0cb6cf98-b793-4646-afe5-635c0bae747c" providerId="ADAL" clId="{C83E615D-DCE0-48E1-9627-0B4DE31595BA}" dt="2026-04-15T07:22:40.123" v="44" actId="478"/>
          <ac:spMkLst>
            <pc:docMk/>
            <pc:sldMk cId="3973515532" sldId="2147482738"/>
            <ac:spMk id="41" creationId="{910D2364-9F0A-AF1B-02AA-EAC14C1E58E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962537F-CCDE-4DF2-C26C-C53387B12502}"/>
              </a:ext>
            </a:extLst>
          </p:cNvPr>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FDEC8E7-E962-D309-BF82-A4480E671EA1}"/>
              </a:ext>
            </a:extLst>
          </p:cNvPr>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084A10E3-2D7A-46DC-9E90-EC3F62F6EBEA}" type="datetimeFigureOut">
              <a:rPr kumimoji="1" lang="ja-JP" altLang="en-US" smtClean="0"/>
              <a:t>2026/4/15</a:t>
            </a:fld>
            <a:endParaRPr kumimoji="1" lang="ja-JP" altLang="en-US"/>
          </a:p>
        </p:txBody>
      </p:sp>
      <p:sp>
        <p:nvSpPr>
          <p:cNvPr id="4" name="フッター プレースホルダー 3">
            <a:extLst>
              <a:ext uri="{FF2B5EF4-FFF2-40B4-BE49-F238E27FC236}">
                <a16:creationId xmlns:a16="http://schemas.microsoft.com/office/drawing/2014/main" id="{265A086F-964D-54B7-4C7A-9A617E36543D}"/>
              </a:ext>
            </a:extLst>
          </p:cNvPr>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E4E77B40-0BD0-3786-7BF0-544CF5A9598F}"/>
              </a:ext>
            </a:extLst>
          </p:cNvPr>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3347CB9E-78CB-4613-B950-1388F5CC60E7}" type="slidenum">
              <a:rPr kumimoji="1" lang="ja-JP" altLang="en-US" smtClean="0"/>
              <a:t>‹#›</a:t>
            </a:fld>
            <a:endParaRPr kumimoji="1" lang="ja-JP" altLang="en-US"/>
          </a:p>
        </p:txBody>
      </p:sp>
    </p:spTree>
    <p:extLst>
      <p:ext uri="{BB962C8B-B14F-4D97-AF65-F5344CB8AC3E}">
        <p14:creationId xmlns:p14="http://schemas.microsoft.com/office/powerpoint/2010/main" val="29261172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6CEDD069-B2EE-49B7-97F2-8A76E464C8E7}" type="datetimeFigureOut">
              <a:rPr kumimoji="1" lang="ja-JP" altLang="en-US" smtClean="0"/>
              <a:t>2026/4/15</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F374625-E895-4E97-ADAC-90F58781FCD5}" type="slidenum">
              <a:rPr kumimoji="1" lang="ja-JP" altLang="en-US" smtClean="0"/>
              <a:t>‹#›</a:t>
            </a:fld>
            <a:endParaRPr kumimoji="1" lang="ja-JP" altLang="en-US"/>
          </a:p>
        </p:txBody>
      </p:sp>
    </p:spTree>
    <p:extLst>
      <p:ext uri="{BB962C8B-B14F-4D97-AF65-F5344CB8AC3E}">
        <p14:creationId xmlns:p14="http://schemas.microsoft.com/office/powerpoint/2010/main" val="1661364051"/>
      </p:ext>
    </p:extLst>
  </p:cSld>
  <p:clrMap bg1="lt1" tx1="dk1" bg2="lt2" tx2="dk2" accent1="accent1" accent2="accent2" accent3="accent3" accent4="accent4" accent5="accent5" accent6="accent6" hlink="hlink" folHlink="folHlink"/>
  <p:notesStyle>
    <a:lvl1pPr marL="0" algn="l" defTabSz="724296" rtl="0" eaLnBrk="1" latinLnBrk="0" hangingPunct="1">
      <a:defRPr kumimoji="1" sz="951" kern="1200">
        <a:solidFill>
          <a:schemeClr val="tx1"/>
        </a:solidFill>
        <a:latin typeface="+mn-lt"/>
        <a:ea typeface="+mn-ea"/>
        <a:cs typeface="+mn-cs"/>
      </a:defRPr>
    </a:lvl1pPr>
    <a:lvl2pPr marL="362148" algn="l" defTabSz="724296" rtl="0" eaLnBrk="1" latinLnBrk="0" hangingPunct="1">
      <a:defRPr kumimoji="1" sz="951" kern="1200">
        <a:solidFill>
          <a:schemeClr val="tx1"/>
        </a:solidFill>
        <a:latin typeface="+mn-lt"/>
        <a:ea typeface="+mn-ea"/>
        <a:cs typeface="+mn-cs"/>
      </a:defRPr>
    </a:lvl2pPr>
    <a:lvl3pPr marL="724296" algn="l" defTabSz="724296" rtl="0" eaLnBrk="1" latinLnBrk="0" hangingPunct="1">
      <a:defRPr kumimoji="1" sz="951" kern="1200">
        <a:solidFill>
          <a:schemeClr val="tx1"/>
        </a:solidFill>
        <a:latin typeface="+mn-lt"/>
        <a:ea typeface="+mn-ea"/>
        <a:cs typeface="+mn-cs"/>
      </a:defRPr>
    </a:lvl3pPr>
    <a:lvl4pPr marL="1086444" algn="l" defTabSz="724296" rtl="0" eaLnBrk="1" latinLnBrk="0" hangingPunct="1">
      <a:defRPr kumimoji="1" sz="951" kern="1200">
        <a:solidFill>
          <a:schemeClr val="tx1"/>
        </a:solidFill>
        <a:latin typeface="+mn-lt"/>
        <a:ea typeface="+mn-ea"/>
        <a:cs typeface="+mn-cs"/>
      </a:defRPr>
    </a:lvl4pPr>
    <a:lvl5pPr marL="1448592" algn="l" defTabSz="724296" rtl="0" eaLnBrk="1" latinLnBrk="0" hangingPunct="1">
      <a:defRPr kumimoji="1" sz="951" kern="1200">
        <a:solidFill>
          <a:schemeClr val="tx1"/>
        </a:solidFill>
        <a:latin typeface="+mn-lt"/>
        <a:ea typeface="+mn-ea"/>
        <a:cs typeface="+mn-cs"/>
      </a:defRPr>
    </a:lvl5pPr>
    <a:lvl6pPr marL="1810741" algn="l" defTabSz="724296" rtl="0" eaLnBrk="1" latinLnBrk="0" hangingPunct="1">
      <a:defRPr kumimoji="1" sz="951" kern="1200">
        <a:solidFill>
          <a:schemeClr val="tx1"/>
        </a:solidFill>
        <a:latin typeface="+mn-lt"/>
        <a:ea typeface="+mn-ea"/>
        <a:cs typeface="+mn-cs"/>
      </a:defRPr>
    </a:lvl6pPr>
    <a:lvl7pPr marL="2172889" algn="l" defTabSz="724296" rtl="0" eaLnBrk="1" latinLnBrk="0" hangingPunct="1">
      <a:defRPr kumimoji="1" sz="951" kern="1200">
        <a:solidFill>
          <a:schemeClr val="tx1"/>
        </a:solidFill>
        <a:latin typeface="+mn-lt"/>
        <a:ea typeface="+mn-ea"/>
        <a:cs typeface="+mn-cs"/>
      </a:defRPr>
    </a:lvl7pPr>
    <a:lvl8pPr marL="2535037" algn="l" defTabSz="724296" rtl="0" eaLnBrk="1" latinLnBrk="0" hangingPunct="1">
      <a:defRPr kumimoji="1" sz="951" kern="1200">
        <a:solidFill>
          <a:schemeClr val="tx1"/>
        </a:solidFill>
        <a:latin typeface="+mn-lt"/>
        <a:ea typeface="+mn-ea"/>
        <a:cs typeface="+mn-cs"/>
      </a:defRPr>
    </a:lvl8pPr>
    <a:lvl9pPr marL="2897185" algn="l" defTabSz="724296" rtl="0" eaLnBrk="1" latinLnBrk="0" hangingPunct="1">
      <a:defRPr kumimoji="1" sz="951"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5mins – self </a:t>
            </a:r>
          </a:p>
        </p:txBody>
      </p:sp>
      <p:sp>
        <p:nvSpPr>
          <p:cNvPr id="4" name="Slide Number Placeholder 3"/>
          <p:cNvSpPr>
            <a:spLocks noGrp="1"/>
          </p:cNvSpPr>
          <p:nvPr>
            <p:ph type="sldNum" sz="quarter" idx="5"/>
          </p:nvPr>
        </p:nvSpPr>
        <p:spPr/>
        <p:txBody>
          <a:bodyPr/>
          <a:lstStyle/>
          <a:p>
            <a:pPr marL="0" marR="0" lvl="0" indent="0" algn="r" defTabSz="362148" rtl="0" eaLnBrk="1" fontAlgn="auto" latinLnBrk="0" hangingPunct="1">
              <a:lnSpc>
                <a:spcPct val="100000"/>
              </a:lnSpc>
              <a:spcBef>
                <a:spcPts val="0"/>
              </a:spcBef>
              <a:spcAft>
                <a:spcPts val="0"/>
              </a:spcAft>
              <a:buClrTx/>
              <a:buSzTx/>
              <a:buFontTx/>
              <a:buNone/>
              <a:tabLst/>
              <a:defRPr/>
            </a:pPr>
            <a:fld id="{CF374625-E895-4E97-ADAC-90F58781FCD5}"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34" charset="-128"/>
                <a:cs typeface="+mn-cs"/>
              </a:rPr>
              <a:pPr marL="0" marR="0" lvl="0" indent="0" algn="r" defTabSz="362148"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723492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24296" rtl="0" eaLnBrk="1" fontAlgn="auto" latinLnBrk="0" hangingPunct="1">
              <a:lnSpc>
                <a:spcPct val="100000"/>
              </a:lnSpc>
              <a:spcBef>
                <a:spcPts val="0"/>
              </a:spcBef>
              <a:spcAft>
                <a:spcPts val="0"/>
              </a:spcAft>
              <a:buClrTx/>
              <a:buSzTx/>
              <a:buFontTx/>
              <a:buNone/>
              <a:tabLst/>
              <a:defRPr/>
            </a:pPr>
            <a:r>
              <a:rPr lang="en-AU"/>
              <a:t>Personal action statement</a:t>
            </a:r>
          </a:p>
          <a:p>
            <a:endParaRPr lang="en-AU"/>
          </a:p>
        </p:txBody>
      </p:sp>
      <p:sp>
        <p:nvSpPr>
          <p:cNvPr id="4" name="Slide Number Placeholder 3"/>
          <p:cNvSpPr>
            <a:spLocks noGrp="1"/>
          </p:cNvSpPr>
          <p:nvPr>
            <p:ph type="sldNum" sz="quarter" idx="5"/>
          </p:nvPr>
        </p:nvSpPr>
        <p:spPr/>
        <p:txBody>
          <a:bodyPr/>
          <a:lstStyle/>
          <a:p>
            <a:pPr marL="0" marR="0" lvl="0" indent="0" algn="r" defTabSz="362148" rtl="0" eaLnBrk="1" fontAlgn="auto" latinLnBrk="0" hangingPunct="1">
              <a:lnSpc>
                <a:spcPct val="100000"/>
              </a:lnSpc>
              <a:spcBef>
                <a:spcPts val="0"/>
              </a:spcBef>
              <a:spcAft>
                <a:spcPts val="0"/>
              </a:spcAft>
              <a:buClrTx/>
              <a:buSzTx/>
              <a:buFontTx/>
              <a:buNone/>
              <a:tabLst/>
              <a:defRPr/>
            </a:pPr>
            <a:fld id="{CF374625-E895-4E97-ADAC-90F58781FCD5}"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34" charset="-128"/>
                <a:cs typeface="+mn-cs"/>
              </a:rPr>
              <a:pPr marL="0" marR="0" lvl="0" indent="0" algn="r" defTabSz="362148" rtl="0" eaLnBrk="1" fontAlgn="auto" latinLnBrk="0" hangingPunct="1">
                <a:lnSpc>
                  <a:spcPct val="100000"/>
                </a:lnSpc>
                <a:spcBef>
                  <a:spcPts val="0"/>
                </a:spcBef>
                <a:spcAft>
                  <a:spcPts val="0"/>
                </a:spcAft>
                <a:buClrTx/>
                <a:buSzTx/>
                <a:buFontTx/>
                <a:buNone/>
                <a:tabLst/>
                <a:defRPr/>
              </a:pPr>
              <a:t>19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4263843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6_表紙1">
    <p:spTree>
      <p:nvGrpSpPr>
        <p:cNvPr id="1" name=""/>
        <p:cNvGrpSpPr/>
        <p:nvPr/>
      </p:nvGrpSpPr>
      <p:grpSpPr>
        <a:xfrm>
          <a:off x="0" y="0"/>
          <a:ext cx="0" cy="0"/>
          <a:chOff x="0" y="0"/>
          <a:chExt cx="0" cy="0"/>
        </a:xfrm>
      </p:grpSpPr>
      <p:pic>
        <p:nvPicPr>
          <p:cNvPr id="50" name="図 49">
            <a:extLst>
              <a:ext uri="{FF2B5EF4-FFF2-40B4-BE49-F238E27FC236}">
                <a16:creationId xmlns:a16="http://schemas.microsoft.com/office/drawing/2014/main" id="{0780C5E5-2B04-4562-8856-ED7B050FF60C}"/>
              </a:ext>
            </a:extLst>
          </p:cNvPr>
          <p:cNvPicPr>
            <a:picLocks noChangeAspect="1"/>
          </p:cNvPicPr>
          <p:nvPr userDrawn="1"/>
        </p:nvPicPr>
        <p:blipFill>
          <a:blip r:embed="rId2"/>
          <a:stretch>
            <a:fillRect/>
          </a:stretch>
        </p:blipFill>
        <p:spPr>
          <a:xfrm>
            <a:off x="0" y="0"/>
            <a:ext cx="9144000" cy="1970532"/>
          </a:xfrm>
          <a:prstGeom prst="rect">
            <a:avLst/>
          </a:prstGeom>
        </p:spPr>
      </p:pic>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FBAP L&amp;D</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
        <p:nvSpPr>
          <p:cNvPr id="73" name="テキスト ボックス 72">
            <a:extLst>
              <a:ext uri="{FF2B5EF4-FFF2-40B4-BE49-F238E27FC236}">
                <a16:creationId xmlns:a16="http://schemas.microsoft.com/office/drawing/2014/main" id="{A35240E1-F331-4CD5-CA07-286ADF9EBE4B}"/>
              </a:ext>
            </a:extLst>
          </p:cNvPr>
          <p:cNvSpPr txBox="1"/>
          <p:nvPr userDrawn="1"/>
        </p:nvSpPr>
        <p:spPr>
          <a:xfrm>
            <a:off x="3076699" y="3203790"/>
            <a:ext cx="3096344" cy="646331"/>
          </a:xfrm>
          <a:prstGeom prst="rect">
            <a:avLst/>
          </a:prstGeom>
          <a:solidFill>
            <a:schemeClr val="accent2"/>
          </a:solidFill>
        </p:spPr>
        <p:txBody>
          <a:bodyPr wrap="square" rtlCol="0">
            <a:spAutoFit/>
          </a:bodyPr>
          <a:lstStyle/>
          <a:p>
            <a:pPr algn="ctr"/>
            <a:r>
              <a:rPr kumimoji="1" lang="en-US" altLang="ja-JP" sz="3600"/>
              <a:t>WORKBOOK</a:t>
            </a:r>
            <a:endParaRPr kumimoji="1" lang="ja-JP" altLang="en-US" sz="3600"/>
          </a:p>
        </p:txBody>
      </p:sp>
      <p:sp>
        <p:nvSpPr>
          <p:cNvPr id="2" name="テキスト ボックス 1">
            <a:extLst>
              <a:ext uri="{FF2B5EF4-FFF2-40B4-BE49-F238E27FC236}">
                <a16:creationId xmlns:a16="http://schemas.microsoft.com/office/drawing/2014/main" id="{FF0E3558-E897-121F-8F25-8A173EA643DF}"/>
              </a:ext>
            </a:extLst>
          </p:cNvPr>
          <p:cNvSpPr txBox="1"/>
          <p:nvPr userDrawn="1"/>
        </p:nvSpPr>
        <p:spPr>
          <a:xfrm>
            <a:off x="2716659" y="3939902"/>
            <a:ext cx="3816424" cy="311752"/>
          </a:xfrm>
          <a:prstGeom prst="rect">
            <a:avLst/>
          </a:prstGeom>
          <a:solidFill>
            <a:schemeClr val="accent3"/>
          </a:solidFill>
        </p:spPr>
        <p:txBody>
          <a:bodyPr wrap="square" rtlCol="0">
            <a:spAutoFit/>
          </a:bodyPr>
          <a:lstStyle/>
          <a:p>
            <a:endParaRPr kumimoji="1" lang="ja-JP" altLang="en-US"/>
          </a:p>
        </p:txBody>
      </p:sp>
    </p:spTree>
    <p:extLst>
      <p:ext uri="{BB962C8B-B14F-4D97-AF65-F5344CB8AC3E}">
        <p14:creationId xmlns:p14="http://schemas.microsoft.com/office/powerpoint/2010/main" val="1418007433"/>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タイトルのみ">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正方形/長方形 4">
            <a:extLst>
              <a:ext uri="{FF2B5EF4-FFF2-40B4-BE49-F238E27FC236}">
                <a16:creationId xmlns:a16="http://schemas.microsoft.com/office/drawing/2014/main" id="{36A76D05-70BB-DF17-6EBD-FCFACE64C398}"/>
              </a:ext>
            </a:extLst>
          </p:cNvPr>
          <p:cNvSpPr/>
          <p:nvPr userDrawn="1"/>
        </p:nvSpPr>
        <p:spPr>
          <a:xfrm>
            <a:off x="2374136" y="1059582"/>
            <a:ext cx="6610033" cy="3841823"/>
          </a:xfrm>
          <a:prstGeom prst="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78">
            <a:extLst>
              <a:ext uri="{FF2B5EF4-FFF2-40B4-BE49-F238E27FC236}">
                <a16:creationId xmlns:a16="http://schemas.microsoft.com/office/drawing/2014/main" id="{76AC7956-A4F8-F416-AED1-3890DA6259A2}"/>
              </a:ext>
            </a:extLst>
          </p:cNvPr>
          <p:cNvSpPr/>
          <p:nvPr userDrawn="1"/>
        </p:nvSpPr>
        <p:spPr>
          <a:xfrm>
            <a:off x="159831" y="1059582"/>
            <a:ext cx="2107913" cy="3841823"/>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2">
            <a:extLst>
              <a:ext uri="{FF2B5EF4-FFF2-40B4-BE49-F238E27FC236}">
                <a16:creationId xmlns:a16="http://schemas.microsoft.com/office/drawing/2014/main" id="{095782B0-5170-929D-4042-30F93D445AFA}"/>
              </a:ext>
            </a:extLst>
          </p:cNvPr>
          <p:cNvSpPr txBox="1">
            <a:spLocks/>
          </p:cNvSpPr>
          <p:nvPr userDrawn="1"/>
        </p:nvSpPr>
        <p:spPr>
          <a:xfrm>
            <a:off x="251520" y="1131590"/>
            <a:ext cx="1958919" cy="3697808"/>
          </a:xfrm>
          <a:prstGeom prst="rect">
            <a:avLst/>
          </a:prstGeom>
        </p:spPr>
        <p:txBody>
          <a:bodyPr vert="horz" lIns="0" tIns="0" rIns="0" bIns="0" rtlCol="0" anchor="t">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endParaRPr lang="en-US" altLang="ja-JP" sz="1200" b="1"/>
          </a:p>
          <a:p>
            <a:r>
              <a:rPr lang="en-US" altLang="ja-JP" sz="1200" b="1">
                <a:latin typeface="Arial"/>
                <a:cs typeface="Arial"/>
              </a:rPr>
              <a:t>PRESENT⇒ FUTURE</a:t>
            </a:r>
          </a:p>
          <a:p>
            <a:endParaRPr lang="en-US" altLang="ja-JP" sz="2400" b="1"/>
          </a:p>
          <a:p>
            <a:r>
              <a:rPr lang="en-US" sz="1400">
                <a:latin typeface="Arial"/>
                <a:cs typeface="Arial"/>
              </a:rPr>
              <a:t>•</a:t>
            </a:r>
            <a:r>
              <a:rPr lang="en-US" sz="1400" b="1" u="sng">
                <a:latin typeface="Lato"/>
                <a:ea typeface="Lato"/>
                <a:cs typeface="Lato"/>
              </a:rPr>
              <a:t>For Fujifilm</a:t>
            </a:r>
            <a:r>
              <a:rPr lang="en-US" sz="1400" b="1">
                <a:latin typeface="Lato"/>
                <a:ea typeface="Lato"/>
                <a:cs typeface="Lato"/>
              </a:rPr>
              <a:t>, what do you currently do and what do you want to do?</a:t>
            </a:r>
          </a:p>
          <a:p>
            <a:endParaRPr lang="en-US" sz="1400"/>
          </a:p>
          <a:p>
            <a:r>
              <a:rPr lang="en-US" sz="1400">
                <a:latin typeface="Arial"/>
                <a:cs typeface="Arial"/>
              </a:rPr>
              <a:t>•</a:t>
            </a:r>
            <a:r>
              <a:rPr lang="en-US" sz="1400" b="1" u="sng">
                <a:latin typeface="Lato"/>
                <a:ea typeface="Lato"/>
                <a:cs typeface="Lato"/>
              </a:rPr>
              <a:t>From Fujifilm</a:t>
            </a:r>
            <a:r>
              <a:rPr lang="en-US" sz="1400" b="1">
                <a:latin typeface="Lato"/>
                <a:ea typeface="Lato"/>
                <a:cs typeface="Lato"/>
              </a:rPr>
              <a:t>, what do you want to do for society?</a:t>
            </a:r>
          </a:p>
          <a:p>
            <a:endParaRPr lang="en-US" sz="1400"/>
          </a:p>
          <a:p>
            <a:r>
              <a:rPr lang="en-US" sz="1400">
                <a:latin typeface="Arial"/>
                <a:cs typeface="Arial"/>
              </a:rPr>
              <a:t>•</a:t>
            </a:r>
            <a:r>
              <a:rPr lang="en-US" sz="1400" b="1" u="sng">
                <a:latin typeface="Lato"/>
                <a:ea typeface="Lato"/>
                <a:cs typeface="Lato"/>
              </a:rPr>
              <a:t>With Fujifilm</a:t>
            </a:r>
            <a:r>
              <a:rPr lang="en-US" sz="1400" b="1">
                <a:latin typeface="Lato"/>
                <a:ea typeface="Lato"/>
                <a:cs typeface="Lato"/>
              </a:rPr>
              <a:t>, what do you want for yourself?</a:t>
            </a:r>
            <a:endParaRPr lang="en-US" sz="1400"/>
          </a:p>
          <a:p>
            <a:endParaRPr lang="en-US" sz="1400" b="1">
              <a:latin typeface="Lato"/>
              <a:ea typeface="Lato"/>
              <a:cs typeface="Lato"/>
            </a:endParaRPr>
          </a:p>
          <a:p>
            <a:endParaRPr lang="en-US" altLang="ja-JP" sz="2400" b="1">
              <a:latin typeface="Arial"/>
              <a:cs typeface="Arial"/>
            </a:endParaRPr>
          </a:p>
          <a:p>
            <a:endParaRPr lang="ja-JP" altLang="en-US" sz="2400" b="1"/>
          </a:p>
          <a:p>
            <a:endParaRPr lang="en-US" altLang="ja-JP" sz="2400" b="1">
              <a:latin typeface="Arial"/>
              <a:cs typeface="Arial"/>
            </a:endParaRPr>
          </a:p>
        </p:txBody>
      </p:sp>
      <p:pic>
        <p:nvPicPr>
          <p:cNvPr id="7" name="図 6">
            <a:extLst>
              <a:ext uri="{FF2B5EF4-FFF2-40B4-BE49-F238E27FC236}">
                <a16:creationId xmlns:a16="http://schemas.microsoft.com/office/drawing/2014/main" id="{071C4E68-2AD7-4B20-A53A-FD1E6707EC3B}"/>
              </a:ext>
            </a:extLst>
          </p:cNvPr>
          <p:cNvPicPr>
            <a:picLocks noChangeAspect="1"/>
          </p:cNvPicPr>
          <p:nvPr userDrawn="1"/>
        </p:nvPicPr>
        <p:blipFill>
          <a:blip r:embed="rId2"/>
          <a:stretch>
            <a:fillRect/>
          </a:stretch>
        </p:blipFill>
        <p:spPr>
          <a:xfrm>
            <a:off x="7929019" y="3867894"/>
            <a:ext cx="1013812" cy="956962"/>
          </a:xfrm>
          <a:prstGeom prst="rect">
            <a:avLst/>
          </a:prstGeom>
        </p:spPr>
      </p:pic>
      <p:sp>
        <p:nvSpPr>
          <p:cNvPr id="9" name="Rectangle: Rounded Corners 8">
            <a:extLst>
              <a:ext uri="{FF2B5EF4-FFF2-40B4-BE49-F238E27FC236}">
                <a16:creationId xmlns:a16="http://schemas.microsoft.com/office/drawing/2014/main" id="{D4E1ECB7-AD1C-A8D6-B372-102910EE12A3}"/>
              </a:ext>
            </a:extLst>
          </p:cNvPr>
          <p:cNvSpPr/>
          <p:nvPr userDrawn="1"/>
        </p:nvSpPr>
        <p:spPr>
          <a:xfrm>
            <a:off x="159831" y="699651"/>
            <a:ext cx="2107913" cy="287924"/>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Arial" panose="020B0604020202020204" pitchFamily="34" charset="0"/>
                <a:cs typeface="Arial" panose="020B0604020202020204" pitchFamily="34" charset="0"/>
              </a:rPr>
              <a:t>WORKSHOP</a:t>
            </a:r>
            <a:endParaRPr kumimoji="1" lang="ja-JP" altLang="en-US" sz="1200" b="1">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4D8025D9-45B9-BFA0-76D4-268BEA40442B}"/>
              </a:ext>
            </a:extLst>
          </p:cNvPr>
          <p:cNvSpPr txBox="1"/>
          <p:nvPr userDrawn="1"/>
        </p:nvSpPr>
        <p:spPr>
          <a:xfrm>
            <a:off x="467544" y="242095"/>
            <a:ext cx="6219945" cy="338554"/>
          </a:xfrm>
          <a:prstGeom prst="rect">
            <a:avLst/>
          </a:prstGeom>
          <a:noFill/>
        </p:spPr>
        <p:txBody>
          <a:bodyPr wrap="square">
            <a:spAutoFit/>
          </a:bodyPr>
          <a:lstStyle/>
          <a:p>
            <a:r>
              <a:rPr kumimoji="1" lang="en-US" altLang="ja-JP" sz="1600" b="1">
                <a:latin typeface="Arial" panose="020B0604020202020204" pitchFamily="34" charset="0"/>
                <a:cs typeface="Arial" panose="020B0604020202020204" pitchFamily="34" charset="0"/>
              </a:rPr>
              <a:t>Determining my ASPIRATIONS AS A MEMBER OF FUJIFILM</a:t>
            </a:r>
            <a:endParaRPr lang="ja-JP" altLang="en-US" sz="1600"/>
          </a:p>
        </p:txBody>
      </p:sp>
    </p:spTree>
    <p:extLst>
      <p:ext uri="{BB962C8B-B14F-4D97-AF65-F5344CB8AC3E}">
        <p14:creationId xmlns:p14="http://schemas.microsoft.com/office/powerpoint/2010/main" val="1721235538"/>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正方形/長方形 4">
            <a:extLst>
              <a:ext uri="{FF2B5EF4-FFF2-40B4-BE49-F238E27FC236}">
                <a16:creationId xmlns:a16="http://schemas.microsoft.com/office/drawing/2014/main" id="{36A76D05-70BB-DF17-6EBD-FCFACE64C398}"/>
              </a:ext>
            </a:extLst>
          </p:cNvPr>
          <p:cNvSpPr/>
          <p:nvPr userDrawn="1"/>
        </p:nvSpPr>
        <p:spPr>
          <a:xfrm>
            <a:off x="2374136" y="1059582"/>
            <a:ext cx="6610033" cy="3841823"/>
          </a:xfrm>
          <a:prstGeom prst="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78">
            <a:extLst>
              <a:ext uri="{FF2B5EF4-FFF2-40B4-BE49-F238E27FC236}">
                <a16:creationId xmlns:a16="http://schemas.microsoft.com/office/drawing/2014/main" id="{76AC7956-A4F8-F416-AED1-3890DA6259A2}"/>
              </a:ext>
            </a:extLst>
          </p:cNvPr>
          <p:cNvSpPr/>
          <p:nvPr userDrawn="1"/>
        </p:nvSpPr>
        <p:spPr>
          <a:xfrm>
            <a:off x="159831" y="1059582"/>
            <a:ext cx="2107913" cy="3841823"/>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2">
            <a:extLst>
              <a:ext uri="{FF2B5EF4-FFF2-40B4-BE49-F238E27FC236}">
                <a16:creationId xmlns:a16="http://schemas.microsoft.com/office/drawing/2014/main" id="{095782B0-5170-929D-4042-30F93D445AFA}"/>
              </a:ext>
            </a:extLst>
          </p:cNvPr>
          <p:cNvSpPr txBox="1">
            <a:spLocks/>
          </p:cNvSpPr>
          <p:nvPr userDrawn="1"/>
        </p:nvSpPr>
        <p:spPr>
          <a:xfrm>
            <a:off x="251520" y="1131590"/>
            <a:ext cx="1958919" cy="3697808"/>
          </a:xfrm>
          <a:prstGeom prst="rect">
            <a:avLst/>
          </a:prstGeom>
        </p:spPr>
        <p:txBody>
          <a:bodyPr vert="horz" lIns="0" tIns="0" rIns="0" bIns="0" rtlCol="0" anchor="t">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endParaRPr lang="en-US" altLang="ja-JP" sz="1200" b="1"/>
          </a:p>
          <a:p>
            <a:r>
              <a:rPr lang="en-US" altLang="ja-JP" sz="1200" b="1"/>
              <a:t>Having reviewed Fujifilm Group’s commitment and other information:</a:t>
            </a:r>
          </a:p>
          <a:p>
            <a:endParaRPr lang="en-US" altLang="ja-JP" sz="1200" b="1"/>
          </a:p>
          <a:p>
            <a:r>
              <a:rPr lang="ja-JP" altLang="en-US" sz="1200" b="1"/>
              <a:t>・</a:t>
            </a:r>
            <a:r>
              <a:rPr lang="en-US" altLang="ja-JP" sz="1200" b="1"/>
              <a:t>What do you appreciate</a:t>
            </a:r>
            <a:br>
              <a:rPr lang="en-US" altLang="ja-JP" sz="1200" b="1"/>
            </a:br>
            <a:r>
              <a:rPr lang="en-US" altLang="ja-JP" sz="1200" b="1"/>
              <a:t>   about Fujifilm?</a:t>
            </a:r>
          </a:p>
          <a:p>
            <a:endParaRPr lang="en-US" altLang="ja-JP" sz="1200" b="1"/>
          </a:p>
          <a:p>
            <a:r>
              <a:rPr lang="ja-JP" altLang="en-US" sz="1200" b="1"/>
              <a:t>・</a:t>
            </a:r>
            <a:r>
              <a:rPr lang="en-US" altLang="ja-JP" sz="1200" b="1"/>
              <a:t>What is the overlap </a:t>
            </a:r>
            <a:br>
              <a:rPr lang="en-US" altLang="ja-JP" sz="1200" b="1"/>
            </a:br>
            <a:r>
              <a:rPr lang="en-US" altLang="ja-JP" sz="1200" b="1"/>
              <a:t>   between the impact you</a:t>
            </a:r>
            <a:br>
              <a:rPr lang="en-US" altLang="ja-JP" sz="1200" b="1"/>
            </a:br>
            <a:r>
              <a:rPr lang="en-US" altLang="ja-JP" sz="1200" b="1"/>
              <a:t>   want to make (step 1) </a:t>
            </a:r>
            <a:br>
              <a:rPr lang="en-US" altLang="ja-JP" sz="1200" b="1"/>
            </a:br>
            <a:r>
              <a:rPr lang="en-US" altLang="ja-JP" sz="1200" b="1"/>
              <a:t>   and the commitments of </a:t>
            </a:r>
            <a:br>
              <a:rPr lang="en-US" altLang="ja-JP" sz="1200" b="1"/>
            </a:br>
            <a:r>
              <a:rPr lang="en-US" altLang="ja-JP" sz="1200" b="1"/>
              <a:t>   Fujifilm?</a:t>
            </a:r>
          </a:p>
          <a:p>
            <a:endParaRPr lang="en-US" altLang="ja-JP" sz="2400" b="1">
              <a:latin typeface="Arial"/>
              <a:cs typeface="Arial"/>
            </a:endParaRPr>
          </a:p>
          <a:p>
            <a:endParaRPr lang="ja-JP" altLang="en-US" sz="2400" b="1"/>
          </a:p>
          <a:p>
            <a:endParaRPr lang="en-US" altLang="ja-JP" sz="2400" b="1">
              <a:latin typeface="Arial"/>
              <a:cs typeface="Arial"/>
            </a:endParaRPr>
          </a:p>
        </p:txBody>
      </p:sp>
      <p:sp>
        <p:nvSpPr>
          <p:cNvPr id="9" name="Rectangle: Rounded Corners 8">
            <a:extLst>
              <a:ext uri="{FF2B5EF4-FFF2-40B4-BE49-F238E27FC236}">
                <a16:creationId xmlns:a16="http://schemas.microsoft.com/office/drawing/2014/main" id="{D4E1ECB7-AD1C-A8D6-B372-102910EE12A3}"/>
              </a:ext>
            </a:extLst>
          </p:cNvPr>
          <p:cNvSpPr/>
          <p:nvPr userDrawn="1"/>
        </p:nvSpPr>
        <p:spPr>
          <a:xfrm>
            <a:off x="159831" y="699651"/>
            <a:ext cx="2107913" cy="287924"/>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Arial" panose="020B0604020202020204" pitchFamily="34" charset="0"/>
                <a:cs typeface="Arial" panose="020B0604020202020204" pitchFamily="34" charset="0"/>
              </a:rPr>
              <a:t>WORKSHOP</a:t>
            </a:r>
            <a:endParaRPr kumimoji="1" lang="ja-JP" altLang="en-US" sz="1200" b="1">
              <a:latin typeface="Arial" panose="020B0604020202020204" pitchFamily="34" charset="0"/>
              <a:cs typeface="Arial" panose="020B0604020202020204" pitchFamily="34" charset="0"/>
            </a:endParaRPr>
          </a:p>
        </p:txBody>
      </p:sp>
      <p:pic>
        <p:nvPicPr>
          <p:cNvPr id="8" name="図 6">
            <a:extLst>
              <a:ext uri="{FF2B5EF4-FFF2-40B4-BE49-F238E27FC236}">
                <a16:creationId xmlns:a16="http://schemas.microsoft.com/office/drawing/2014/main" id="{E77602D5-70C7-0059-371C-4191565FE6E8}"/>
              </a:ext>
            </a:extLst>
          </p:cNvPr>
          <p:cNvPicPr>
            <a:picLocks noChangeAspect="1"/>
          </p:cNvPicPr>
          <p:nvPr userDrawn="1"/>
        </p:nvPicPr>
        <p:blipFill>
          <a:blip r:embed="rId2"/>
          <a:stretch>
            <a:fillRect/>
          </a:stretch>
        </p:blipFill>
        <p:spPr>
          <a:xfrm>
            <a:off x="7988174" y="3900745"/>
            <a:ext cx="974854" cy="928653"/>
          </a:xfrm>
          <a:prstGeom prst="rect">
            <a:avLst/>
          </a:prstGeom>
        </p:spPr>
      </p:pic>
      <p:sp>
        <p:nvSpPr>
          <p:cNvPr id="10" name="TextBox 9">
            <a:extLst>
              <a:ext uri="{FF2B5EF4-FFF2-40B4-BE49-F238E27FC236}">
                <a16:creationId xmlns:a16="http://schemas.microsoft.com/office/drawing/2014/main" id="{11AF459C-2111-7890-9404-4E8C2B87929B}"/>
              </a:ext>
            </a:extLst>
          </p:cNvPr>
          <p:cNvSpPr txBox="1"/>
          <p:nvPr userDrawn="1"/>
        </p:nvSpPr>
        <p:spPr>
          <a:xfrm>
            <a:off x="467544" y="242095"/>
            <a:ext cx="6219945" cy="338554"/>
          </a:xfrm>
          <a:prstGeom prst="rect">
            <a:avLst/>
          </a:prstGeom>
          <a:noFill/>
        </p:spPr>
        <p:txBody>
          <a:bodyPr wrap="square">
            <a:spAutoFit/>
          </a:bodyPr>
          <a:lstStyle/>
          <a:p>
            <a:r>
              <a:rPr kumimoji="1" lang="en-US" altLang="ja-JP" sz="1600" b="1">
                <a:latin typeface="Arial" panose="020B0604020202020204" pitchFamily="34" charset="0"/>
                <a:cs typeface="Arial" panose="020B0604020202020204" pitchFamily="34" charset="0"/>
              </a:rPr>
              <a:t>Identifying my RESONANCE with the Fujifilm Group</a:t>
            </a:r>
            <a:endParaRPr lang="ja-JP" altLang="en-US" sz="1600"/>
          </a:p>
        </p:txBody>
      </p:sp>
    </p:spTree>
    <p:extLst>
      <p:ext uri="{BB962C8B-B14F-4D97-AF65-F5344CB8AC3E}">
        <p14:creationId xmlns:p14="http://schemas.microsoft.com/office/powerpoint/2010/main" val="1250577683"/>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sp>
        <p:nvSpPr>
          <p:cNvPr id="7" name="楕円 30">
            <a:extLst>
              <a:ext uri="{FF2B5EF4-FFF2-40B4-BE49-F238E27FC236}">
                <a16:creationId xmlns:a16="http://schemas.microsoft.com/office/drawing/2014/main" id="{7E21E494-D40E-E9BF-30BA-5CF52D865C1A}"/>
              </a:ext>
            </a:extLst>
          </p:cNvPr>
          <p:cNvSpPr>
            <a:spLocks noChangeAspect="1"/>
          </p:cNvSpPr>
          <p:nvPr userDrawn="1"/>
        </p:nvSpPr>
        <p:spPr>
          <a:xfrm>
            <a:off x="7953415" y="3873659"/>
            <a:ext cx="1009613" cy="929090"/>
          </a:xfrm>
          <a:prstGeom prst="ellipse">
            <a:avLst/>
          </a:prstGeom>
          <a:solidFill>
            <a:srgbClr val="D2E8F4">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700" b="1">
                <a:solidFill>
                  <a:schemeClr val="tx1"/>
                </a:solidFill>
                <a:latin typeface="+mj-lt"/>
              </a:rPr>
              <a:t>Clarifying PERSONAL IMPACT from your +STORY</a:t>
            </a:r>
            <a:endParaRPr kumimoji="1" lang="ja-JP" altLang="en-US" sz="700" b="1">
              <a:solidFill>
                <a:schemeClr val="tx1"/>
              </a:solidFill>
              <a:latin typeface="+mj-lt"/>
            </a:endParaRPr>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正方形/長方形 4">
            <a:extLst>
              <a:ext uri="{FF2B5EF4-FFF2-40B4-BE49-F238E27FC236}">
                <a16:creationId xmlns:a16="http://schemas.microsoft.com/office/drawing/2014/main" id="{36A76D05-70BB-DF17-6EBD-FCFACE64C398}"/>
              </a:ext>
            </a:extLst>
          </p:cNvPr>
          <p:cNvSpPr/>
          <p:nvPr userDrawn="1"/>
        </p:nvSpPr>
        <p:spPr>
          <a:xfrm>
            <a:off x="2374136" y="1059582"/>
            <a:ext cx="6610033" cy="3841823"/>
          </a:xfrm>
          <a:prstGeom prst="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78">
            <a:extLst>
              <a:ext uri="{FF2B5EF4-FFF2-40B4-BE49-F238E27FC236}">
                <a16:creationId xmlns:a16="http://schemas.microsoft.com/office/drawing/2014/main" id="{76AC7956-A4F8-F416-AED1-3890DA6259A2}"/>
              </a:ext>
            </a:extLst>
          </p:cNvPr>
          <p:cNvSpPr/>
          <p:nvPr userDrawn="1"/>
        </p:nvSpPr>
        <p:spPr>
          <a:xfrm>
            <a:off x="159831" y="1059582"/>
            <a:ext cx="2107913" cy="3841823"/>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2">
            <a:extLst>
              <a:ext uri="{FF2B5EF4-FFF2-40B4-BE49-F238E27FC236}">
                <a16:creationId xmlns:a16="http://schemas.microsoft.com/office/drawing/2014/main" id="{095782B0-5170-929D-4042-30F93D445AFA}"/>
              </a:ext>
            </a:extLst>
          </p:cNvPr>
          <p:cNvSpPr txBox="1">
            <a:spLocks/>
          </p:cNvSpPr>
          <p:nvPr userDrawn="1"/>
        </p:nvSpPr>
        <p:spPr>
          <a:xfrm>
            <a:off x="251520" y="1131590"/>
            <a:ext cx="1958919" cy="3697808"/>
          </a:xfrm>
          <a:prstGeom prst="rect">
            <a:avLst/>
          </a:prstGeom>
        </p:spPr>
        <p:txBody>
          <a:bodyPr vert="horz" lIns="0" tIns="0" rIns="0" bIns="0" rtlCol="0" anchor="t">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1100" b="1"/>
              <a:t>From Purpose, to Aspirations and Action</a:t>
            </a:r>
            <a:br>
              <a:rPr lang="en-US" altLang="ja-JP" sz="1100"/>
            </a:br>
            <a:r>
              <a:rPr lang="en-US" altLang="ja-JP" sz="1100" b="1"/>
              <a:t>Referring to the STPD Process</a:t>
            </a:r>
            <a:r>
              <a:rPr lang="en-US" altLang="ja-JP" sz="1100"/>
              <a:t>, consider how you can take meaningful steps toward achieving your aspirations. Use this space to outline your thoughts.</a:t>
            </a:r>
          </a:p>
          <a:p>
            <a:endParaRPr lang="en-US" altLang="ja-JP" sz="1100"/>
          </a:p>
          <a:p>
            <a:r>
              <a:rPr lang="en-US" altLang="ja-JP" sz="1100" b="1"/>
              <a:t>Questions for Reflection and Action</a:t>
            </a:r>
          </a:p>
          <a:p>
            <a:r>
              <a:rPr lang="en-US" altLang="ja-JP" sz="1100" b="1"/>
              <a:t>Immediate First Steps</a:t>
            </a:r>
            <a:r>
              <a:rPr lang="en-US" altLang="ja-JP" sz="1100"/>
              <a:t>:</a:t>
            </a:r>
            <a:br>
              <a:rPr lang="en-US" altLang="ja-JP" sz="1100"/>
            </a:br>
            <a:r>
              <a:rPr lang="en-US" altLang="ja-JP" sz="1100"/>
              <a:t>1, What specific actions can you take immediately to begin turning your aspirations into reality? Think about how you can apply the </a:t>
            </a:r>
            <a:r>
              <a:rPr lang="en-US" altLang="ja-JP" sz="1100" b="1"/>
              <a:t>See, Think, Plan, and Do</a:t>
            </a:r>
            <a:r>
              <a:rPr lang="en-US" altLang="ja-JP" sz="1100"/>
              <a:t> framework to initiate progress.</a:t>
            </a:r>
          </a:p>
          <a:p>
            <a:endParaRPr lang="en-US" altLang="ja-JP" sz="1100" b="1">
              <a:latin typeface="Arial"/>
              <a:cs typeface="Arial"/>
            </a:endParaRPr>
          </a:p>
          <a:p>
            <a:endParaRPr lang="ja-JP" altLang="en-US" sz="1100" b="1"/>
          </a:p>
          <a:p>
            <a:endParaRPr lang="en-US" altLang="ja-JP" sz="1100" b="1">
              <a:latin typeface="Arial"/>
              <a:cs typeface="Arial"/>
            </a:endParaRPr>
          </a:p>
        </p:txBody>
      </p:sp>
      <p:sp>
        <p:nvSpPr>
          <p:cNvPr id="9" name="Rectangle: Rounded Corners 8">
            <a:extLst>
              <a:ext uri="{FF2B5EF4-FFF2-40B4-BE49-F238E27FC236}">
                <a16:creationId xmlns:a16="http://schemas.microsoft.com/office/drawing/2014/main" id="{D4E1ECB7-AD1C-A8D6-B372-102910EE12A3}"/>
              </a:ext>
            </a:extLst>
          </p:cNvPr>
          <p:cNvSpPr/>
          <p:nvPr userDrawn="1"/>
        </p:nvSpPr>
        <p:spPr>
          <a:xfrm>
            <a:off x="159831" y="699651"/>
            <a:ext cx="2107913" cy="287924"/>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Arial" panose="020B0604020202020204" pitchFamily="34" charset="0"/>
                <a:cs typeface="Arial" panose="020B0604020202020204" pitchFamily="34" charset="0"/>
              </a:rPr>
              <a:t>Post- WORKSHOP</a:t>
            </a:r>
            <a:endParaRPr kumimoji="1" lang="ja-JP" altLang="en-US" sz="1200" b="1">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F19D181-D53E-9F7D-2314-5E0BD066B6FF}"/>
              </a:ext>
            </a:extLst>
          </p:cNvPr>
          <p:cNvPicPr>
            <a:picLocks noChangeAspect="1"/>
          </p:cNvPicPr>
          <p:nvPr userDrawn="1"/>
        </p:nvPicPr>
        <p:blipFill>
          <a:blip r:embed="rId2"/>
          <a:stretch>
            <a:fillRect/>
          </a:stretch>
        </p:blipFill>
        <p:spPr>
          <a:xfrm>
            <a:off x="2339082" y="4032612"/>
            <a:ext cx="1071879" cy="876992"/>
          </a:xfrm>
          <a:prstGeom prst="rect">
            <a:avLst/>
          </a:prstGeom>
        </p:spPr>
      </p:pic>
      <p:sp>
        <p:nvSpPr>
          <p:cNvPr id="2" name="楕円 2">
            <a:extLst>
              <a:ext uri="{FF2B5EF4-FFF2-40B4-BE49-F238E27FC236}">
                <a16:creationId xmlns:a16="http://schemas.microsoft.com/office/drawing/2014/main" id="{5EEE0CD1-FDE3-8804-1C34-C1967A10FF45}"/>
              </a:ext>
            </a:extLst>
          </p:cNvPr>
          <p:cNvSpPr>
            <a:spLocks noChangeAspect="1"/>
          </p:cNvSpPr>
          <p:nvPr userDrawn="1"/>
        </p:nvSpPr>
        <p:spPr>
          <a:xfrm>
            <a:off x="7789718" y="3870261"/>
            <a:ext cx="1146709" cy="100520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bg1"/>
                </a:solidFill>
                <a:latin typeface="Arial" panose="020B0604020202020204" pitchFamily="34" charset="0"/>
                <a:cs typeface="Arial" panose="020B0604020202020204" pitchFamily="34" charset="0"/>
              </a:rPr>
              <a:t>Manifesting</a:t>
            </a:r>
          </a:p>
          <a:p>
            <a:pPr algn="ctr"/>
            <a:r>
              <a:rPr kumimoji="1" lang="en-US" altLang="ja-JP" sz="700" b="1">
                <a:solidFill>
                  <a:schemeClr val="bg1"/>
                </a:solidFill>
                <a:latin typeface="Arial" panose="020B0604020202020204" pitchFamily="34" charset="0"/>
                <a:cs typeface="Arial" panose="020B0604020202020204" pitchFamily="34" charset="0"/>
              </a:rPr>
              <a:t>your ASPIRATIONS</a:t>
            </a:r>
            <a:endParaRPr kumimoji="1" lang="ja-JP" altLang="en-US" sz="700" b="1">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6C7548A-ECCC-2033-5C43-46EC1FA1A568}"/>
              </a:ext>
            </a:extLst>
          </p:cNvPr>
          <p:cNvSpPr txBox="1"/>
          <p:nvPr userDrawn="1"/>
        </p:nvSpPr>
        <p:spPr>
          <a:xfrm>
            <a:off x="159831" y="24070"/>
            <a:ext cx="6219945" cy="338554"/>
          </a:xfrm>
          <a:prstGeom prst="rect">
            <a:avLst/>
          </a:prstGeom>
          <a:noFill/>
        </p:spPr>
        <p:txBody>
          <a:bodyPr wrap="square">
            <a:spAutoFit/>
          </a:bodyPr>
          <a:lstStyle/>
          <a:p>
            <a:r>
              <a:rPr kumimoji="1" lang="en-US" altLang="ja-JP" sz="1600" b="1">
                <a:latin typeface="Arial" panose="020B0604020202020204" pitchFamily="34" charset="0"/>
                <a:cs typeface="Arial" panose="020B0604020202020204" pitchFamily="34" charset="0"/>
              </a:rPr>
              <a:t>Manifesting your ASPIRATIONS</a:t>
            </a:r>
            <a:endParaRPr lang="ja-JP" altLang="en-US" sz="1600"/>
          </a:p>
        </p:txBody>
      </p:sp>
      <p:sp>
        <p:nvSpPr>
          <p:cNvPr id="13" name="テキスト ボックス 4">
            <a:extLst>
              <a:ext uri="{FF2B5EF4-FFF2-40B4-BE49-F238E27FC236}">
                <a16:creationId xmlns:a16="http://schemas.microsoft.com/office/drawing/2014/main" id="{D213807B-E8C0-C962-3EC9-9FEC323FABED}"/>
              </a:ext>
            </a:extLst>
          </p:cNvPr>
          <p:cNvSpPr txBox="1"/>
          <p:nvPr userDrawn="1"/>
        </p:nvSpPr>
        <p:spPr>
          <a:xfrm>
            <a:off x="107504" y="283130"/>
            <a:ext cx="7056784" cy="338554"/>
          </a:xfrm>
          <a:prstGeom prst="rect">
            <a:avLst/>
          </a:prstGeom>
          <a:noFill/>
        </p:spPr>
        <p:txBody>
          <a:bodyPr wrap="square">
            <a:spAutoFit/>
          </a:bodyPr>
          <a:lstStyle/>
          <a:p>
            <a:r>
              <a:rPr kumimoji="1" lang="en-US" altLang="ja-JP" sz="1600" b="1"/>
              <a:t>Purpose</a:t>
            </a:r>
            <a:r>
              <a:rPr kumimoji="1" lang="ja-JP" altLang="en-US" sz="1600" b="1"/>
              <a:t>⇒</a:t>
            </a:r>
            <a:r>
              <a:rPr kumimoji="1" lang="en-US" altLang="ja-JP" sz="1600" b="1"/>
              <a:t>Aspirations</a:t>
            </a:r>
            <a:r>
              <a:rPr kumimoji="1" lang="ja-JP" altLang="en-US" sz="1600" b="1"/>
              <a:t>⇒</a:t>
            </a:r>
            <a:r>
              <a:rPr kumimoji="1" lang="en-US" altLang="ja-JP" sz="1600" b="1"/>
              <a:t>Action</a:t>
            </a:r>
            <a:endParaRPr kumimoji="1" lang="ja-JP" altLang="en-US" sz="1600" b="1"/>
          </a:p>
        </p:txBody>
      </p:sp>
    </p:spTree>
    <p:extLst>
      <p:ext uri="{BB962C8B-B14F-4D97-AF65-F5344CB8AC3E}">
        <p14:creationId xmlns:p14="http://schemas.microsoft.com/office/powerpoint/2010/main" val="1076406600"/>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タイトルのみ">
    <p:spTree>
      <p:nvGrpSpPr>
        <p:cNvPr id="1" name=""/>
        <p:cNvGrpSpPr/>
        <p:nvPr/>
      </p:nvGrpSpPr>
      <p:grpSpPr>
        <a:xfrm>
          <a:off x="0" y="0"/>
          <a:ext cx="0" cy="0"/>
          <a:chOff x="0" y="0"/>
          <a:chExt cx="0" cy="0"/>
        </a:xfrm>
      </p:grpSpPr>
      <p:sp>
        <p:nvSpPr>
          <p:cNvPr id="7" name="楕円 30">
            <a:extLst>
              <a:ext uri="{FF2B5EF4-FFF2-40B4-BE49-F238E27FC236}">
                <a16:creationId xmlns:a16="http://schemas.microsoft.com/office/drawing/2014/main" id="{7E21E494-D40E-E9BF-30BA-5CF52D865C1A}"/>
              </a:ext>
            </a:extLst>
          </p:cNvPr>
          <p:cNvSpPr>
            <a:spLocks noChangeAspect="1"/>
          </p:cNvSpPr>
          <p:nvPr userDrawn="1"/>
        </p:nvSpPr>
        <p:spPr>
          <a:xfrm>
            <a:off x="7953415" y="3873659"/>
            <a:ext cx="1009613" cy="929090"/>
          </a:xfrm>
          <a:prstGeom prst="ellipse">
            <a:avLst/>
          </a:prstGeom>
          <a:solidFill>
            <a:srgbClr val="D2E8F4">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700" b="1">
                <a:solidFill>
                  <a:schemeClr val="tx1"/>
                </a:solidFill>
                <a:latin typeface="+mj-lt"/>
              </a:rPr>
              <a:t>Clarifying PERSONAL IMPACT from your +STORY</a:t>
            </a:r>
            <a:endParaRPr kumimoji="1" lang="ja-JP" altLang="en-US" sz="700" b="1">
              <a:solidFill>
                <a:schemeClr val="tx1"/>
              </a:solidFill>
              <a:latin typeface="+mj-lt"/>
            </a:endParaRPr>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正方形/長方形 4">
            <a:extLst>
              <a:ext uri="{FF2B5EF4-FFF2-40B4-BE49-F238E27FC236}">
                <a16:creationId xmlns:a16="http://schemas.microsoft.com/office/drawing/2014/main" id="{36A76D05-70BB-DF17-6EBD-FCFACE64C398}"/>
              </a:ext>
            </a:extLst>
          </p:cNvPr>
          <p:cNvSpPr/>
          <p:nvPr userDrawn="1"/>
        </p:nvSpPr>
        <p:spPr>
          <a:xfrm>
            <a:off x="2374136" y="1059582"/>
            <a:ext cx="6610033" cy="3841823"/>
          </a:xfrm>
          <a:prstGeom prst="rect">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78">
            <a:extLst>
              <a:ext uri="{FF2B5EF4-FFF2-40B4-BE49-F238E27FC236}">
                <a16:creationId xmlns:a16="http://schemas.microsoft.com/office/drawing/2014/main" id="{76AC7956-A4F8-F416-AED1-3890DA6259A2}"/>
              </a:ext>
            </a:extLst>
          </p:cNvPr>
          <p:cNvSpPr/>
          <p:nvPr userDrawn="1"/>
        </p:nvSpPr>
        <p:spPr>
          <a:xfrm>
            <a:off x="159831" y="1059582"/>
            <a:ext cx="2107913" cy="3841823"/>
          </a:xfrm>
          <a:prstGeom prst="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プレースホルダー 2">
            <a:extLst>
              <a:ext uri="{FF2B5EF4-FFF2-40B4-BE49-F238E27FC236}">
                <a16:creationId xmlns:a16="http://schemas.microsoft.com/office/drawing/2014/main" id="{095782B0-5170-929D-4042-30F93D445AFA}"/>
              </a:ext>
            </a:extLst>
          </p:cNvPr>
          <p:cNvSpPr txBox="1">
            <a:spLocks/>
          </p:cNvSpPr>
          <p:nvPr userDrawn="1"/>
        </p:nvSpPr>
        <p:spPr>
          <a:xfrm>
            <a:off x="251520" y="1131590"/>
            <a:ext cx="1958919" cy="3697808"/>
          </a:xfrm>
          <a:prstGeom prst="rect">
            <a:avLst/>
          </a:prstGeom>
        </p:spPr>
        <p:txBody>
          <a:bodyPr vert="horz" lIns="0" tIns="0" rIns="0" bIns="0" rtlCol="0" anchor="t">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pPr>
              <a:buFont typeface="+mj-lt"/>
              <a:buNone/>
            </a:pPr>
            <a:r>
              <a:rPr lang="en-US" altLang="ja-JP" sz="1100" b="1"/>
              <a:t>2. Habits for Growth</a:t>
            </a:r>
            <a:r>
              <a:rPr lang="en-US" altLang="ja-JP" sz="1100"/>
              <a:t>:</a:t>
            </a:r>
            <a:br>
              <a:rPr lang="en-US" altLang="ja-JP" sz="1100"/>
            </a:br>
            <a:r>
              <a:rPr lang="en-US" altLang="ja-JP" sz="1100"/>
              <a:t>What habits would you like to develop to stay aligned with your aspirations and maintain continuous improvement? How can regular reflection (See Again) keep you on track?</a:t>
            </a:r>
          </a:p>
          <a:p>
            <a:pPr>
              <a:buFont typeface="+mj-lt"/>
              <a:buNone/>
            </a:pPr>
            <a:endParaRPr lang="en-US" altLang="ja-JP" sz="1100" b="1"/>
          </a:p>
          <a:p>
            <a:pPr>
              <a:buFont typeface="+mj-lt"/>
              <a:buNone/>
            </a:pPr>
            <a:r>
              <a:rPr lang="en-US" altLang="ja-JP" sz="1100" b="1"/>
              <a:t>3. Applying STPD to a Current Challenge</a:t>
            </a:r>
            <a:r>
              <a:rPr lang="en-US" altLang="ja-JP" sz="1100"/>
              <a:t>:</a:t>
            </a:r>
            <a:br>
              <a:rPr lang="en-US" altLang="ja-JP" sz="1100"/>
            </a:br>
            <a:r>
              <a:rPr lang="en-US" altLang="ja-JP" sz="1100"/>
              <a:t>Is there a current challenge or opportunity related to your aspirations? How can breaking it down with STPD help you move forward effectively?</a:t>
            </a:r>
          </a:p>
          <a:p>
            <a:r>
              <a:rPr lang="en-US" altLang="ja-JP" sz="1100" b="1"/>
              <a:t>Write down your ideas, next steps, or habits you’d like to establish to create a clear, actionable path toward success.</a:t>
            </a:r>
            <a:endParaRPr lang="en-US" altLang="ja-JP" sz="1100"/>
          </a:p>
          <a:p>
            <a:endParaRPr lang="en-US" altLang="ja-JP" sz="1100" b="1">
              <a:latin typeface="Arial"/>
              <a:cs typeface="Arial"/>
            </a:endParaRPr>
          </a:p>
          <a:p>
            <a:endParaRPr lang="ja-JP" altLang="en-US" sz="1100" b="1"/>
          </a:p>
          <a:p>
            <a:endParaRPr lang="en-US" altLang="ja-JP" sz="1100" b="1">
              <a:latin typeface="Arial"/>
              <a:cs typeface="Arial"/>
            </a:endParaRPr>
          </a:p>
        </p:txBody>
      </p:sp>
      <p:sp>
        <p:nvSpPr>
          <p:cNvPr id="9" name="Rectangle: Rounded Corners 8">
            <a:extLst>
              <a:ext uri="{FF2B5EF4-FFF2-40B4-BE49-F238E27FC236}">
                <a16:creationId xmlns:a16="http://schemas.microsoft.com/office/drawing/2014/main" id="{D4E1ECB7-AD1C-A8D6-B372-102910EE12A3}"/>
              </a:ext>
            </a:extLst>
          </p:cNvPr>
          <p:cNvSpPr/>
          <p:nvPr userDrawn="1"/>
        </p:nvSpPr>
        <p:spPr>
          <a:xfrm>
            <a:off x="159831" y="699651"/>
            <a:ext cx="2107913" cy="287924"/>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Arial" panose="020B0604020202020204" pitchFamily="34" charset="0"/>
                <a:cs typeface="Arial" panose="020B0604020202020204" pitchFamily="34" charset="0"/>
              </a:rPr>
              <a:t>Post-WORKSHOP</a:t>
            </a:r>
            <a:endParaRPr kumimoji="1" lang="ja-JP" altLang="en-US" sz="1200" b="1">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F19D181-D53E-9F7D-2314-5E0BD066B6FF}"/>
              </a:ext>
            </a:extLst>
          </p:cNvPr>
          <p:cNvPicPr>
            <a:picLocks noChangeAspect="1"/>
          </p:cNvPicPr>
          <p:nvPr userDrawn="1"/>
        </p:nvPicPr>
        <p:blipFill>
          <a:blip r:embed="rId2"/>
          <a:stretch>
            <a:fillRect/>
          </a:stretch>
        </p:blipFill>
        <p:spPr>
          <a:xfrm>
            <a:off x="2359433" y="4032612"/>
            <a:ext cx="1071879" cy="876992"/>
          </a:xfrm>
          <a:prstGeom prst="rect">
            <a:avLst/>
          </a:prstGeom>
        </p:spPr>
      </p:pic>
      <p:sp>
        <p:nvSpPr>
          <p:cNvPr id="11" name="楕円 2">
            <a:extLst>
              <a:ext uri="{FF2B5EF4-FFF2-40B4-BE49-F238E27FC236}">
                <a16:creationId xmlns:a16="http://schemas.microsoft.com/office/drawing/2014/main" id="{EFAFE0CF-EE32-0BC3-974B-0828014AE524}"/>
              </a:ext>
            </a:extLst>
          </p:cNvPr>
          <p:cNvSpPr>
            <a:spLocks noChangeAspect="1"/>
          </p:cNvSpPr>
          <p:nvPr userDrawn="1"/>
        </p:nvSpPr>
        <p:spPr>
          <a:xfrm>
            <a:off x="7789718" y="3870261"/>
            <a:ext cx="1146709" cy="100520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bg1"/>
                </a:solidFill>
                <a:latin typeface="Arial" panose="020B0604020202020204" pitchFamily="34" charset="0"/>
                <a:cs typeface="Arial" panose="020B0604020202020204" pitchFamily="34" charset="0"/>
              </a:rPr>
              <a:t>Manifesting</a:t>
            </a:r>
          </a:p>
          <a:p>
            <a:pPr algn="ctr"/>
            <a:r>
              <a:rPr kumimoji="1" lang="en-US" altLang="ja-JP" sz="700" b="1">
                <a:solidFill>
                  <a:schemeClr val="bg1"/>
                </a:solidFill>
                <a:latin typeface="Arial" panose="020B0604020202020204" pitchFamily="34" charset="0"/>
                <a:cs typeface="Arial" panose="020B0604020202020204" pitchFamily="34" charset="0"/>
              </a:rPr>
              <a:t>your ASPIRATIONS</a:t>
            </a:r>
            <a:endParaRPr kumimoji="1" lang="ja-JP" altLang="en-US" sz="700" b="1">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4DB449E-1B30-9ED1-0A31-5C12DB517C9F}"/>
              </a:ext>
            </a:extLst>
          </p:cNvPr>
          <p:cNvSpPr txBox="1"/>
          <p:nvPr userDrawn="1"/>
        </p:nvSpPr>
        <p:spPr>
          <a:xfrm>
            <a:off x="159831" y="24070"/>
            <a:ext cx="6219945" cy="338554"/>
          </a:xfrm>
          <a:prstGeom prst="rect">
            <a:avLst/>
          </a:prstGeom>
          <a:noFill/>
        </p:spPr>
        <p:txBody>
          <a:bodyPr wrap="square">
            <a:spAutoFit/>
          </a:bodyPr>
          <a:lstStyle/>
          <a:p>
            <a:r>
              <a:rPr kumimoji="1" lang="en-US" altLang="ja-JP" sz="1600" b="1">
                <a:latin typeface="Arial" panose="020B0604020202020204" pitchFamily="34" charset="0"/>
                <a:cs typeface="Arial" panose="020B0604020202020204" pitchFamily="34" charset="0"/>
              </a:rPr>
              <a:t>Manifesting your ASPIRATIONS</a:t>
            </a:r>
            <a:endParaRPr lang="ja-JP" altLang="en-US" sz="1600"/>
          </a:p>
        </p:txBody>
      </p:sp>
      <p:sp>
        <p:nvSpPr>
          <p:cNvPr id="2" name="テキスト ボックス 4">
            <a:extLst>
              <a:ext uri="{FF2B5EF4-FFF2-40B4-BE49-F238E27FC236}">
                <a16:creationId xmlns:a16="http://schemas.microsoft.com/office/drawing/2014/main" id="{F491932B-2E85-9822-E8A6-5D24CDE84C43}"/>
              </a:ext>
            </a:extLst>
          </p:cNvPr>
          <p:cNvSpPr txBox="1"/>
          <p:nvPr userDrawn="1"/>
        </p:nvSpPr>
        <p:spPr>
          <a:xfrm>
            <a:off x="107504" y="283130"/>
            <a:ext cx="7056784" cy="338554"/>
          </a:xfrm>
          <a:prstGeom prst="rect">
            <a:avLst/>
          </a:prstGeom>
          <a:noFill/>
        </p:spPr>
        <p:txBody>
          <a:bodyPr wrap="square">
            <a:spAutoFit/>
          </a:bodyPr>
          <a:lstStyle/>
          <a:p>
            <a:r>
              <a:rPr kumimoji="1" lang="en-US" altLang="ja-JP" sz="1600" b="1"/>
              <a:t>Purpose</a:t>
            </a:r>
            <a:r>
              <a:rPr kumimoji="1" lang="ja-JP" altLang="en-US" sz="1600" b="1"/>
              <a:t>⇒</a:t>
            </a:r>
            <a:r>
              <a:rPr kumimoji="1" lang="en-US" altLang="ja-JP" sz="1600" b="1"/>
              <a:t>Aspirations</a:t>
            </a:r>
            <a:r>
              <a:rPr kumimoji="1" lang="ja-JP" altLang="en-US" sz="1600" b="1"/>
              <a:t>⇒</a:t>
            </a:r>
            <a:r>
              <a:rPr kumimoji="1" lang="en-US" altLang="ja-JP" sz="1600" b="1"/>
              <a:t>Action</a:t>
            </a:r>
            <a:endParaRPr kumimoji="1" lang="ja-JP" altLang="en-US" sz="1600" b="1"/>
          </a:p>
        </p:txBody>
      </p:sp>
    </p:spTree>
    <p:extLst>
      <p:ext uri="{BB962C8B-B14F-4D97-AF65-F5344CB8AC3E}">
        <p14:creationId xmlns:p14="http://schemas.microsoft.com/office/powerpoint/2010/main" val="383856653"/>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576A2-D405-F79F-1C4F-85D8DF1CE243}"/>
              </a:ext>
            </a:extLst>
          </p:cNvPr>
          <p:cNvSpPr>
            <a:spLocks noGrp="1"/>
          </p:cNvSpPr>
          <p:nvPr>
            <p:ph type="title"/>
          </p:nvPr>
        </p:nvSpPr>
        <p:spPr/>
        <p:txBody>
          <a:body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C5DACFB4-1159-C145-97EA-C7DAC87982FA}"/>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1761039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Rectangle: Rounded Corners 3">
            <a:extLst>
              <a:ext uri="{FF2B5EF4-FFF2-40B4-BE49-F238E27FC236}">
                <a16:creationId xmlns:a16="http://schemas.microsoft.com/office/drawing/2014/main" id="{DE242AAC-F41C-0465-63F4-32852D20FE85}"/>
              </a:ext>
            </a:extLst>
          </p:cNvPr>
          <p:cNvSpPr/>
          <p:nvPr userDrawn="1"/>
        </p:nvSpPr>
        <p:spPr>
          <a:xfrm>
            <a:off x="539552" y="771550"/>
            <a:ext cx="1656184" cy="248324"/>
          </a:xfrm>
          <a:prstGeom prst="round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latin typeface="Arial" panose="020B0604020202020204" pitchFamily="34" charset="0"/>
                <a:cs typeface="Arial" panose="020B0604020202020204" pitchFamily="34" charset="0"/>
              </a:rPr>
              <a:t>Post-Workshop</a:t>
            </a:r>
            <a:endParaRPr kumimoji="1" lang="ja-JP" altLang="en-US" sz="1200" b="1">
              <a:latin typeface="Arial" panose="020B0604020202020204" pitchFamily="34" charset="0"/>
              <a:cs typeface="Arial" panose="020B0604020202020204" pitchFamily="34" charset="0"/>
            </a:endParaRPr>
          </a:p>
        </p:txBody>
      </p:sp>
      <p:sp>
        <p:nvSpPr>
          <p:cNvPr id="5" name="テキスト プレースホルダー 2">
            <a:extLst>
              <a:ext uri="{FF2B5EF4-FFF2-40B4-BE49-F238E27FC236}">
                <a16:creationId xmlns:a16="http://schemas.microsoft.com/office/drawing/2014/main" id="{C08D4261-5A3B-5CE6-9796-F9EB6A8CC33F}"/>
              </a:ext>
            </a:extLst>
          </p:cNvPr>
          <p:cNvSpPr txBox="1">
            <a:spLocks/>
          </p:cNvSpPr>
          <p:nvPr userDrawn="1"/>
        </p:nvSpPr>
        <p:spPr>
          <a:xfrm>
            <a:off x="539657" y="1086082"/>
            <a:ext cx="8314405" cy="1728192"/>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pPr>
              <a:lnSpc>
                <a:spcPct val="100000"/>
              </a:lnSpc>
              <a:spcAft>
                <a:spcPts val="150"/>
              </a:spcAft>
            </a:pPr>
            <a:r>
              <a:rPr lang="en-US" altLang="ja-JP" sz="1600" b="0"/>
              <a:t>To help you move into </a:t>
            </a:r>
            <a:r>
              <a:rPr lang="en-US" altLang="ja-JP" sz="1600" b="1"/>
              <a:t>Step 4: Manifesting Your ASPIRATIONS</a:t>
            </a:r>
            <a:r>
              <a:rPr lang="en-US" altLang="ja-JP" sz="1600" b="0"/>
              <a:t>, now that you have a clearer sense of your </a:t>
            </a:r>
            <a:r>
              <a:rPr lang="en-US" altLang="ja-JP" sz="1600" b="1"/>
              <a:t>PERSONAL IMPACT</a:t>
            </a:r>
            <a:r>
              <a:rPr lang="en-US" altLang="ja-JP" sz="1600" b="0"/>
              <a:t>, have identified your </a:t>
            </a:r>
            <a:r>
              <a:rPr lang="en-US" altLang="ja-JP" sz="1600" b="1"/>
              <a:t>RESONANCE</a:t>
            </a:r>
            <a:r>
              <a:rPr lang="en-US" altLang="ja-JP" sz="1600" b="0"/>
              <a:t> with the Fujifilm group, and determined your </a:t>
            </a:r>
            <a:r>
              <a:rPr lang="en-US" altLang="ja-JP" sz="1600" b="1"/>
              <a:t>ASPIRATIONS</a:t>
            </a:r>
            <a:r>
              <a:rPr lang="en-US" altLang="ja-JP" sz="1600" b="0"/>
              <a:t> as a member of Fujifilm, return to your </a:t>
            </a:r>
            <a:r>
              <a:rPr lang="en-US" altLang="ja-JP" sz="1600" b="1"/>
              <a:t>+STORY </a:t>
            </a:r>
            <a:r>
              <a:rPr lang="en-US" altLang="ja-JP" sz="1600" b="0"/>
              <a:t>and draw your vision for the FUTURE. This exercise will help you visualize and actualize your image of the FUTURE.</a:t>
            </a:r>
          </a:p>
        </p:txBody>
      </p:sp>
      <p:grpSp>
        <p:nvGrpSpPr>
          <p:cNvPr id="6" name="Group 5">
            <a:extLst>
              <a:ext uri="{FF2B5EF4-FFF2-40B4-BE49-F238E27FC236}">
                <a16:creationId xmlns:a16="http://schemas.microsoft.com/office/drawing/2014/main" id="{F9337C75-A6C6-61A6-36ED-99876EB0E30F}"/>
              </a:ext>
            </a:extLst>
          </p:cNvPr>
          <p:cNvGrpSpPr/>
          <p:nvPr userDrawn="1"/>
        </p:nvGrpSpPr>
        <p:grpSpPr>
          <a:xfrm>
            <a:off x="721681" y="3193322"/>
            <a:ext cx="1800200" cy="372137"/>
            <a:chOff x="899592" y="1526909"/>
            <a:chExt cx="1800200" cy="372137"/>
          </a:xfrm>
        </p:grpSpPr>
        <p:pic>
          <p:nvPicPr>
            <p:cNvPr id="7" name="図 15" descr="テキスト, アイコン&#10;&#10;自動的に生成された説明">
              <a:extLst>
                <a:ext uri="{FF2B5EF4-FFF2-40B4-BE49-F238E27FC236}">
                  <a16:creationId xmlns:a16="http://schemas.microsoft.com/office/drawing/2014/main" id="{4141D35D-A113-FE31-7416-8CDAF6406C9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31640" y="1526909"/>
              <a:ext cx="1368152" cy="372137"/>
            </a:xfrm>
            <a:prstGeom prst="rect">
              <a:avLst/>
            </a:prstGeom>
          </p:spPr>
        </p:pic>
        <p:sp>
          <p:nvSpPr>
            <p:cNvPr id="8" name="テキスト プレースホルダー 2">
              <a:extLst>
                <a:ext uri="{FF2B5EF4-FFF2-40B4-BE49-F238E27FC236}">
                  <a16:creationId xmlns:a16="http://schemas.microsoft.com/office/drawing/2014/main" id="{5BB4ED91-7097-D1BB-7DA1-4719C3659636}"/>
                </a:ext>
              </a:extLst>
            </p:cNvPr>
            <p:cNvSpPr txBox="1">
              <a:spLocks/>
            </p:cNvSpPr>
            <p:nvPr userDrawn="1"/>
          </p:nvSpPr>
          <p:spPr>
            <a:xfrm>
              <a:off x="899592" y="1526909"/>
              <a:ext cx="612068" cy="372137"/>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2500" b="0" spc="-150">
                  <a:solidFill>
                    <a:srgbClr val="717070"/>
                  </a:solidFill>
                  <a:latin typeface="Arial" panose="020B0604020202020204" pitchFamily="34" charset="0"/>
                  <a:cs typeface="Arial" panose="020B0604020202020204" pitchFamily="34" charset="0"/>
                </a:rPr>
                <a:t>MY</a:t>
              </a:r>
            </a:p>
          </p:txBody>
        </p:sp>
      </p:grpSp>
      <p:sp>
        <p:nvSpPr>
          <p:cNvPr id="9" name="TextBox 8">
            <a:extLst>
              <a:ext uri="{FF2B5EF4-FFF2-40B4-BE49-F238E27FC236}">
                <a16:creationId xmlns:a16="http://schemas.microsoft.com/office/drawing/2014/main" id="{F6BD22E9-9B88-C3AB-4A34-02B1F4EA5324}"/>
              </a:ext>
            </a:extLst>
          </p:cNvPr>
          <p:cNvSpPr txBox="1"/>
          <p:nvPr userDrawn="1"/>
        </p:nvSpPr>
        <p:spPr>
          <a:xfrm>
            <a:off x="1094887" y="3612546"/>
            <a:ext cx="1426994" cy="400110"/>
          </a:xfrm>
          <a:prstGeom prst="rect">
            <a:avLst/>
          </a:prstGeom>
          <a:noFill/>
        </p:spPr>
        <p:txBody>
          <a:bodyPr wrap="none" rtlCol="0">
            <a:spAutoFit/>
          </a:bodyPr>
          <a:lstStyle/>
          <a:p>
            <a:r>
              <a:rPr kumimoji="1" lang="en-US" altLang="ja-JP" sz="2000" b="1">
                <a:solidFill>
                  <a:srgbClr val="FF0000"/>
                </a:solidFill>
                <a:latin typeface="Arial" panose="020B0604020202020204" pitchFamily="34" charset="0"/>
                <a:cs typeface="Arial" panose="020B0604020202020204" pitchFamily="34" charset="0"/>
              </a:rPr>
              <a:t>EXAMPLE</a:t>
            </a:r>
            <a:endParaRPr kumimoji="1" lang="ja-JP" altLang="en-US" sz="2000" b="1">
              <a:solidFill>
                <a:srgbClr val="FF000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3FDF119-AE30-1916-9AB3-9346262E2DA1}"/>
              </a:ext>
            </a:extLst>
          </p:cNvPr>
          <p:cNvSpPr txBox="1"/>
          <p:nvPr userDrawn="1"/>
        </p:nvSpPr>
        <p:spPr>
          <a:xfrm>
            <a:off x="395536" y="73175"/>
            <a:ext cx="6219945" cy="338554"/>
          </a:xfrm>
          <a:prstGeom prst="rect">
            <a:avLst/>
          </a:prstGeom>
          <a:noFill/>
        </p:spPr>
        <p:txBody>
          <a:bodyPr wrap="square">
            <a:spAutoFit/>
          </a:bodyPr>
          <a:lstStyle/>
          <a:p>
            <a:r>
              <a:rPr kumimoji="1" lang="en-US" altLang="ja-JP" sz="1600" b="1">
                <a:latin typeface="Arial" panose="020B0604020202020204" pitchFamily="34" charset="0"/>
                <a:cs typeface="Arial" panose="020B0604020202020204" pitchFamily="34" charset="0"/>
              </a:rPr>
              <a:t>Working on your ASPIRATIONS</a:t>
            </a:r>
            <a:endParaRPr lang="ja-JP" altLang="en-US" sz="1600"/>
          </a:p>
        </p:txBody>
      </p:sp>
      <p:sp>
        <p:nvSpPr>
          <p:cNvPr id="10" name="テキスト ボックス 9">
            <a:extLst>
              <a:ext uri="{FF2B5EF4-FFF2-40B4-BE49-F238E27FC236}">
                <a16:creationId xmlns:a16="http://schemas.microsoft.com/office/drawing/2014/main" id="{B71CDD2F-ECB4-A183-095F-E5B1ACE475A5}"/>
              </a:ext>
            </a:extLst>
          </p:cNvPr>
          <p:cNvSpPr txBox="1"/>
          <p:nvPr userDrawn="1"/>
        </p:nvSpPr>
        <p:spPr>
          <a:xfrm>
            <a:off x="413792" y="353767"/>
            <a:ext cx="4572000" cy="307777"/>
          </a:xfrm>
          <a:prstGeom prst="rect">
            <a:avLst/>
          </a:prstGeom>
          <a:noFill/>
        </p:spPr>
        <p:txBody>
          <a:bodyPr wrap="square">
            <a:spAutoFit/>
          </a:bodyPr>
          <a:lstStyle/>
          <a:p>
            <a:r>
              <a:rPr kumimoji="1" lang="en-US" altLang="ja-JP" sz="1400" b="1"/>
              <a:t>Purpose</a:t>
            </a:r>
            <a:r>
              <a:rPr kumimoji="1" lang="ja-JP" altLang="en-US" sz="1400" b="1"/>
              <a:t>⇒</a:t>
            </a:r>
            <a:r>
              <a:rPr kumimoji="1" lang="en-US" altLang="ja-JP" sz="1400" b="1"/>
              <a:t>Aspirations</a:t>
            </a:r>
            <a:r>
              <a:rPr kumimoji="1" lang="ja-JP" altLang="en-US" sz="1400" b="1"/>
              <a:t>⇒</a:t>
            </a:r>
            <a:r>
              <a:rPr kumimoji="1" lang="en-US" altLang="ja-JP" sz="1400" b="1"/>
              <a:t>Action</a:t>
            </a:r>
            <a:endParaRPr kumimoji="1" lang="ja-JP" altLang="en-US" sz="1400" b="1"/>
          </a:p>
        </p:txBody>
      </p:sp>
    </p:spTree>
    <p:extLst>
      <p:ext uri="{BB962C8B-B14F-4D97-AF65-F5344CB8AC3E}">
        <p14:creationId xmlns:p14="http://schemas.microsoft.com/office/powerpoint/2010/main" val="706011054"/>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最終ページ">
    <p:spTree>
      <p:nvGrpSpPr>
        <p:cNvPr id="1" name=""/>
        <p:cNvGrpSpPr/>
        <p:nvPr/>
      </p:nvGrpSpPr>
      <p:grpSpPr>
        <a:xfrm>
          <a:off x="0" y="0"/>
          <a:ext cx="0" cy="0"/>
          <a:chOff x="0" y="0"/>
          <a:chExt cx="0" cy="0"/>
        </a:xfrm>
      </p:grpSpPr>
      <p:grpSp>
        <p:nvGrpSpPr>
          <p:cNvPr id="32" name="グラフィックス 65">
            <a:extLst>
              <a:ext uri="{FF2B5EF4-FFF2-40B4-BE49-F238E27FC236}">
                <a16:creationId xmlns:a16="http://schemas.microsoft.com/office/drawing/2014/main" id="{5B4C66C5-79ED-4A2B-A7F6-A06F8800991F}"/>
              </a:ext>
            </a:extLst>
          </p:cNvPr>
          <p:cNvGrpSpPr/>
          <p:nvPr userDrawn="1"/>
        </p:nvGrpSpPr>
        <p:grpSpPr>
          <a:xfrm>
            <a:off x="3222111" y="2205113"/>
            <a:ext cx="2699779" cy="733274"/>
            <a:chOff x="3691731" y="3246312"/>
            <a:chExt cx="3270028" cy="888156"/>
          </a:xfrm>
        </p:grpSpPr>
        <p:sp>
          <p:nvSpPr>
            <p:cNvPr id="33" name="フリーフォーム: 図形 32">
              <a:extLst>
                <a:ext uri="{FF2B5EF4-FFF2-40B4-BE49-F238E27FC236}">
                  <a16:creationId xmlns:a16="http://schemas.microsoft.com/office/drawing/2014/main" id="{F4C73BCE-29A4-45D4-9496-7DEB699C1229}"/>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64" name="フリーフォーム: 図形 63">
              <a:extLst>
                <a:ext uri="{FF2B5EF4-FFF2-40B4-BE49-F238E27FC236}">
                  <a16:creationId xmlns:a16="http://schemas.microsoft.com/office/drawing/2014/main" id="{AC3272AE-86F1-478A-8500-E33E232DAE5F}"/>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65" name="フリーフォーム: 図形 64">
              <a:extLst>
                <a:ext uri="{FF2B5EF4-FFF2-40B4-BE49-F238E27FC236}">
                  <a16:creationId xmlns:a16="http://schemas.microsoft.com/office/drawing/2014/main" id="{63145313-7D8D-4FB2-8AD8-0345402E5E42}"/>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66" name="フリーフォーム: 図形 65">
              <a:extLst>
                <a:ext uri="{FF2B5EF4-FFF2-40B4-BE49-F238E27FC236}">
                  <a16:creationId xmlns:a16="http://schemas.microsoft.com/office/drawing/2014/main" id="{AC4A067B-0E33-4A3D-AAF2-E8C0A270F65C}"/>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67" name="フリーフォーム: 図形 66">
              <a:extLst>
                <a:ext uri="{FF2B5EF4-FFF2-40B4-BE49-F238E27FC236}">
                  <a16:creationId xmlns:a16="http://schemas.microsoft.com/office/drawing/2014/main" id="{D447FB87-AC21-4F8A-8891-A8AFE59F8E83}"/>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68" name="フリーフォーム: 図形 67">
              <a:extLst>
                <a:ext uri="{FF2B5EF4-FFF2-40B4-BE49-F238E27FC236}">
                  <a16:creationId xmlns:a16="http://schemas.microsoft.com/office/drawing/2014/main" id="{A27F885A-1D7F-4193-80F4-D61903CE9B3E}"/>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69" name="フリーフォーム: 図形 68">
              <a:extLst>
                <a:ext uri="{FF2B5EF4-FFF2-40B4-BE49-F238E27FC236}">
                  <a16:creationId xmlns:a16="http://schemas.microsoft.com/office/drawing/2014/main" id="{D101226C-2A26-4519-A837-235040FF0AE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70" name="フリーフォーム: 図形 69">
              <a:extLst>
                <a:ext uri="{FF2B5EF4-FFF2-40B4-BE49-F238E27FC236}">
                  <a16:creationId xmlns:a16="http://schemas.microsoft.com/office/drawing/2014/main" id="{BD05A569-1B6E-4DA4-9155-8A9D3ACEE854}"/>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71" name="フリーフォーム: 図形 70">
              <a:extLst>
                <a:ext uri="{FF2B5EF4-FFF2-40B4-BE49-F238E27FC236}">
                  <a16:creationId xmlns:a16="http://schemas.microsoft.com/office/drawing/2014/main" id="{CED99FC5-FDD3-4247-9DF5-7A5F2732F6E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72" name="フリーフォーム: 図形 71">
              <a:extLst>
                <a:ext uri="{FF2B5EF4-FFF2-40B4-BE49-F238E27FC236}">
                  <a16:creationId xmlns:a16="http://schemas.microsoft.com/office/drawing/2014/main" id="{6D91FCA8-E05E-441A-972E-80BAF2E084C1}"/>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73" name="フリーフォーム: 図形 72">
              <a:extLst>
                <a:ext uri="{FF2B5EF4-FFF2-40B4-BE49-F238E27FC236}">
                  <a16:creationId xmlns:a16="http://schemas.microsoft.com/office/drawing/2014/main" id="{803B9A90-3401-48EB-BA6B-B7EB7FCA5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74" name="フリーフォーム: 図形 73">
              <a:extLst>
                <a:ext uri="{FF2B5EF4-FFF2-40B4-BE49-F238E27FC236}">
                  <a16:creationId xmlns:a16="http://schemas.microsoft.com/office/drawing/2014/main" id="{42CF9D03-DDF7-4841-A0D3-B1BC661DBD9A}"/>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5" name="フリーフォーム: 図形 74">
              <a:extLst>
                <a:ext uri="{FF2B5EF4-FFF2-40B4-BE49-F238E27FC236}">
                  <a16:creationId xmlns:a16="http://schemas.microsoft.com/office/drawing/2014/main" id="{67C3BFF3-0AA2-40E3-83B7-47BD63F45380}"/>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76" name="フリーフォーム: 図形 75">
              <a:extLst>
                <a:ext uri="{FF2B5EF4-FFF2-40B4-BE49-F238E27FC236}">
                  <a16:creationId xmlns:a16="http://schemas.microsoft.com/office/drawing/2014/main" id="{5B10DF58-E06C-49FE-8DAF-7A46479548C3}"/>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7" name="フリーフォーム: 図形 76">
              <a:extLst>
                <a:ext uri="{FF2B5EF4-FFF2-40B4-BE49-F238E27FC236}">
                  <a16:creationId xmlns:a16="http://schemas.microsoft.com/office/drawing/2014/main" id="{FF2C431C-A2D3-479C-B7E3-23CC8D9A7443}"/>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78" name="フリーフォーム: 図形 77">
              <a:extLst>
                <a:ext uri="{FF2B5EF4-FFF2-40B4-BE49-F238E27FC236}">
                  <a16:creationId xmlns:a16="http://schemas.microsoft.com/office/drawing/2014/main" id="{5ED11B04-92E9-4EA8-945B-A5678684BC9F}"/>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79" name="フリーフォーム: 図形 78">
              <a:extLst>
                <a:ext uri="{FF2B5EF4-FFF2-40B4-BE49-F238E27FC236}">
                  <a16:creationId xmlns:a16="http://schemas.microsoft.com/office/drawing/2014/main" id="{991F5944-29BB-4124-A9A6-7560D5A99E80}"/>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80" name="フリーフォーム: 図形 79">
              <a:extLst>
                <a:ext uri="{FF2B5EF4-FFF2-40B4-BE49-F238E27FC236}">
                  <a16:creationId xmlns:a16="http://schemas.microsoft.com/office/drawing/2014/main" id="{32C2910A-E79C-4D86-BD0E-D07C3DFEAFA5}"/>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81" name="フリーフォーム: 図形 80">
              <a:extLst>
                <a:ext uri="{FF2B5EF4-FFF2-40B4-BE49-F238E27FC236}">
                  <a16:creationId xmlns:a16="http://schemas.microsoft.com/office/drawing/2014/main" id="{FB38CD4F-DCB3-46CA-8A6A-1D14B197F0A9}"/>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2" name="フリーフォーム: 図形 81">
              <a:extLst>
                <a:ext uri="{FF2B5EF4-FFF2-40B4-BE49-F238E27FC236}">
                  <a16:creationId xmlns:a16="http://schemas.microsoft.com/office/drawing/2014/main" id="{D2B9C5BA-1D63-4D04-A266-4DC78973CC7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3" name="フリーフォーム: 図形 82">
              <a:extLst>
                <a:ext uri="{FF2B5EF4-FFF2-40B4-BE49-F238E27FC236}">
                  <a16:creationId xmlns:a16="http://schemas.microsoft.com/office/drawing/2014/main" id="{943FEDB7-B815-4C04-914E-7CAE5E7029AD}"/>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D85EA428-1DA7-4EB4-8EB6-3485C9E11465}"/>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B31E4A08-B394-4F75-B68E-15520D08CD71}"/>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86" name="フリーフォーム: 図形 85">
              <a:extLst>
                <a:ext uri="{FF2B5EF4-FFF2-40B4-BE49-F238E27FC236}">
                  <a16:creationId xmlns:a16="http://schemas.microsoft.com/office/drawing/2014/main" id="{F9722719-A3FE-4314-9A83-BC33803DE1F8}"/>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87" name="フリーフォーム: 図形 86">
              <a:extLst>
                <a:ext uri="{FF2B5EF4-FFF2-40B4-BE49-F238E27FC236}">
                  <a16:creationId xmlns:a16="http://schemas.microsoft.com/office/drawing/2014/main" id="{D22BD5E1-D47F-49C9-9500-3C2FC9C85542}"/>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88" name="フリーフォーム: 図形 87">
              <a:extLst>
                <a:ext uri="{FF2B5EF4-FFF2-40B4-BE49-F238E27FC236}">
                  <a16:creationId xmlns:a16="http://schemas.microsoft.com/office/drawing/2014/main" id="{12953726-7719-4926-85C8-F9C02E1E221C}"/>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89" name="フリーフォーム: 図形 88">
              <a:extLst>
                <a:ext uri="{FF2B5EF4-FFF2-40B4-BE49-F238E27FC236}">
                  <a16:creationId xmlns:a16="http://schemas.microsoft.com/office/drawing/2014/main" id="{86B21B39-AFA7-4631-9927-FDFE7BA25647}"/>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90" name="フリーフォーム: 図形 89">
              <a:extLst>
                <a:ext uri="{FF2B5EF4-FFF2-40B4-BE49-F238E27FC236}">
                  <a16:creationId xmlns:a16="http://schemas.microsoft.com/office/drawing/2014/main" id="{DC8FCD10-E43E-4C69-AC69-AD0FF7DA068F}"/>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91" name="フリーフォーム: 図形 90">
              <a:extLst>
                <a:ext uri="{FF2B5EF4-FFF2-40B4-BE49-F238E27FC236}">
                  <a16:creationId xmlns:a16="http://schemas.microsoft.com/office/drawing/2014/main" id="{09733370-ECEF-4134-A5CB-69BE16B19A94}"/>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Tree>
    <p:extLst>
      <p:ext uri="{BB962C8B-B14F-4D97-AF65-F5344CB8AC3E}">
        <p14:creationId xmlns:p14="http://schemas.microsoft.com/office/powerpoint/2010/main" val="2678414846"/>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162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1604098051"/>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タイトル スライド">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pic>
        <p:nvPicPr>
          <p:cNvPr id="3" name="図 2">
            <a:extLst>
              <a:ext uri="{FF2B5EF4-FFF2-40B4-BE49-F238E27FC236}">
                <a16:creationId xmlns:a16="http://schemas.microsoft.com/office/drawing/2014/main" id="{7A2A561D-C854-485F-07F5-F5B41D4CB023}"/>
              </a:ext>
            </a:extLst>
          </p:cNvPr>
          <p:cNvPicPr>
            <a:picLocks noChangeAspect="1"/>
          </p:cNvPicPr>
          <p:nvPr userDrawn="1"/>
        </p:nvPicPr>
        <p:blipFill>
          <a:blip r:embed="rId2"/>
          <a:stretch>
            <a:fillRect/>
          </a:stretch>
        </p:blipFill>
        <p:spPr>
          <a:xfrm>
            <a:off x="1440529" y="834978"/>
            <a:ext cx="6932616" cy="2568129"/>
          </a:xfrm>
          <a:prstGeom prst="rect">
            <a:avLst/>
          </a:prstGeom>
        </p:spPr>
      </p:pic>
    </p:spTree>
    <p:extLst>
      <p:ext uri="{BB962C8B-B14F-4D97-AF65-F5344CB8AC3E}">
        <p14:creationId xmlns:p14="http://schemas.microsoft.com/office/powerpoint/2010/main" val="2930239075"/>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BBDA4673-E347-B18E-C901-C15FFE37B928}"/>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1985610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39552" y="868957"/>
            <a:ext cx="8075811" cy="3826867"/>
          </a:xfrm>
        </p:spPr>
        <p:txBody>
          <a:bodyPr/>
          <a:lstStyle>
            <a:lvl1pPr>
              <a:defRPr/>
            </a:lvl1pPr>
            <a:lvl2pPr>
              <a:defRPr/>
            </a:lvl2pPr>
            <a:lvl3pPr>
              <a:defRPr/>
            </a:lvl3pPr>
            <a:lvl4pPr>
              <a:defRPr/>
            </a:lvl4pPr>
            <a:lvl5pPr>
              <a:defRPr/>
            </a:lvl5p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4" name="タイトル 3">
            <a:extLst>
              <a:ext uri="{FF2B5EF4-FFF2-40B4-BE49-F238E27FC236}">
                <a16:creationId xmlns:a16="http://schemas.microsoft.com/office/drawing/2014/main" id="{76DDD061-7C92-4362-B515-ADA50FF9D122}"/>
              </a:ext>
            </a:extLst>
          </p:cNvPr>
          <p:cNvSpPr>
            <a:spLocks noGrp="1"/>
          </p:cNvSpPr>
          <p:nvPr>
            <p:ph type="title" hasCustomPrompt="1"/>
          </p:nvPr>
        </p:nvSpPr>
        <p:spPr>
          <a:xfrm>
            <a:off x="539552" y="116531"/>
            <a:ext cx="6048000" cy="475200"/>
          </a:xfrm>
        </p:spPr>
        <p:txBody>
          <a:bodyPr/>
          <a:lstStyle>
            <a:lvl1pPr>
              <a:defRPr baseline="0"/>
            </a:lvl1p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kumimoji="1" lang="ja-JP" altLang="en-US"/>
          </a:p>
        </p:txBody>
      </p:sp>
    </p:spTree>
    <p:extLst>
      <p:ext uri="{BB962C8B-B14F-4D97-AF65-F5344CB8AC3E}">
        <p14:creationId xmlns:p14="http://schemas.microsoft.com/office/powerpoint/2010/main" val="3135888852"/>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2270843956"/>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表紙1">
    <p:spTree>
      <p:nvGrpSpPr>
        <p:cNvPr id="1" name=""/>
        <p:cNvGrpSpPr/>
        <p:nvPr/>
      </p:nvGrpSpPr>
      <p:grpSpPr>
        <a:xfrm>
          <a:off x="0" y="0"/>
          <a:ext cx="0" cy="0"/>
          <a:chOff x="0" y="0"/>
          <a:chExt cx="0" cy="0"/>
        </a:xfrm>
      </p:grpSpPr>
      <p:pic>
        <p:nvPicPr>
          <p:cNvPr id="55" name="図 54" descr="草, スポーツゲーム が含まれている画像&#10;&#10;自動的に生成された説明">
            <a:extLst>
              <a:ext uri="{FF2B5EF4-FFF2-40B4-BE49-F238E27FC236}">
                <a16:creationId xmlns:a16="http://schemas.microsoft.com/office/drawing/2014/main" id="{1A1CC624-D2F5-48B4-834E-9F300DDF6278}"/>
              </a:ext>
            </a:extLst>
          </p:cNvPr>
          <p:cNvPicPr>
            <a:picLocks noChangeAspect="1"/>
          </p:cNvPicPr>
          <p:nvPr userDrawn="1"/>
        </p:nvPicPr>
        <p:blipFill>
          <a:blip r:embed="rId2"/>
          <a:stretch>
            <a:fillRect/>
          </a:stretch>
        </p:blipFill>
        <p:spPr>
          <a:xfrm>
            <a:off x="0" y="-924"/>
            <a:ext cx="9144000" cy="1972800"/>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Taro Fuji, XXXXXXX Div. (Jan 1, 2023)</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2984333708"/>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表紙1">
    <p:spTree>
      <p:nvGrpSpPr>
        <p:cNvPr id="1" name=""/>
        <p:cNvGrpSpPr/>
        <p:nvPr/>
      </p:nvGrpSpPr>
      <p:grpSpPr>
        <a:xfrm>
          <a:off x="0" y="0"/>
          <a:ext cx="0" cy="0"/>
          <a:chOff x="0" y="0"/>
          <a:chExt cx="0" cy="0"/>
        </a:xfrm>
      </p:grpSpPr>
      <p:pic>
        <p:nvPicPr>
          <p:cNvPr id="48" name="図 47" descr="籠, タワー が含まれている画像&#10;&#10;自動的に生成された説明">
            <a:extLst>
              <a:ext uri="{FF2B5EF4-FFF2-40B4-BE49-F238E27FC236}">
                <a16:creationId xmlns:a16="http://schemas.microsoft.com/office/drawing/2014/main" id="{B2D33B76-90AF-467A-9F3B-0A963A43CC51}"/>
              </a:ext>
            </a:extLst>
          </p:cNvPr>
          <p:cNvPicPr>
            <a:picLocks/>
          </p:cNvPicPr>
          <p:nvPr userDrawn="1"/>
        </p:nvPicPr>
        <p:blipFill rotWithShape="1">
          <a:blip r:embed="rId2"/>
          <a:srcRect t="6241" b="5435"/>
          <a:stretch/>
        </p:blipFill>
        <p:spPr>
          <a:xfrm>
            <a:off x="0" y="-1884"/>
            <a:ext cx="9144000" cy="1972800"/>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Taro Fuji, XXXXXXX Div. (Jan 1, 2023)</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1688729220"/>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2_表紙1">
    <p:spTree>
      <p:nvGrpSpPr>
        <p:cNvPr id="1" name=""/>
        <p:cNvGrpSpPr/>
        <p:nvPr/>
      </p:nvGrpSpPr>
      <p:grpSpPr>
        <a:xfrm>
          <a:off x="0" y="0"/>
          <a:ext cx="0" cy="0"/>
          <a:chOff x="0" y="0"/>
          <a:chExt cx="0" cy="0"/>
        </a:xfrm>
      </p:grpSpPr>
      <p:pic>
        <p:nvPicPr>
          <p:cNvPr id="50" name="図 49">
            <a:extLst>
              <a:ext uri="{FF2B5EF4-FFF2-40B4-BE49-F238E27FC236}">
                <a16:creationId xmlns:a16="http://schemas.microsoft.com/office/drawing/2014/main" id="{0780C5E5-2B04-4562-8856-ED7B050FF60C}"/>
              </a:ext>
            </a:extLst>
          </p:cNvPr>
          <p:cNvPicPr>
            <a:picLocks noChangeAspect="1"/>
          </p:cNvPicPr>
          <p:nvPr userDrawn="1"/>
        </p:nvPicPr>
        <p:blipFill>
          <a:blip r:embed="rId2"/>
          <a:stretch>
            <a:fillRect/>
          </a:stretch>
        </p:blipFill>
        <p:spPr>
          <a:xfrm>
            <a:off x="0" y="0"/>
            <a:ext cx="9144000" cy="1970532"/>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spTree>
    <p:extLst>
      <p:ext uri="{BB962C8B-B14F-4D97-AF65-F5344CB8AC3E}">
        <p14:creationId xmlns:p14="http://schemas.microsoft.com/office/powerpoint/2010/main" val="3086685226"/>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3_表紙1">
    <p:spTree>
      <p:nvGrpSpPr>
        <p:cNvPr id="1" name=""/>
        <p:cNvGrpSpPr/>
        <p:nvPr/>
      </p:nvGrpSpPr>
      <p:grpSpPr>
        <a:xfrm>
          <a:off x="0" y="0"/>
          <a:ext cx="0" cy="0"/>
          <a:chOff x="0" y="0"/>
          <a:chExt cx="0" cy="0"/>
        </a:xfrm>
      </p:grpSpPr>
      <p:pic>
        <p:nvPicPr>
          <p:cNvPr id="48" name="図 47">
            <a:extLst>
              <a:ext uri="{FF2B5EF4-FFF2-40B4-BE49-F238E27FC236}">
                <a16:creationId xmlns:a16="http://schemas.microsoft.com/office/drawing/2014/main" id="{8D9D082F-7B0F-4E3C-9E4E-31F6971E20F4}"/>
              </a:ext>
            </a:extLst>
          </p:cNvPr>
          <p:cNvPicPr>
            <a:picLocks/>
          </p:cNvPicPr>
          <p:nvPr userDrawn="1"/>
        </p:nvPicPr>
        <p:blipFill>
          <a:blip r:embed="rId2"/>
          <a:stretch>
            <a:fillRect/>
          </a:stretch>
        </p:blipFill>
        <p:spPr>
          <a:xfrm>
            <a:off x="0" y="0"/>
            <a:ext cx="9144000" cy="1972800"/>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Taro Fuji, XXXXXXX Div. (Jan 1, 2023)</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964794965"/>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6" orient="horz" pos="293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_表紙1">
    <p:spTree>
      <p:nvGrpSpPr>
        <p:cNvPr id="1" name=""/>
        <p:cNvGrpSpPr/>
        <p:nvPr/>
      </p:nvGrpSpPr>
      <p:grpSpPr>
        <a:xfrm>
          <a:off x="0" y="0"/>
          <a:ext cx="0" cy="0"/>
          <a:chOff x="0" y="0"/>
          <a:chExt cx="0" cy="0"/>
        </a:xfrm>
      </p:grpSpPr>
      <p:pic>
        <p:nvPicPr>
          <p:cNvPr id="50" name="図 49" descr="グラフィカル ユーザー インターフェイス, テキスト&#10;&#10;自動的に生成された説明">
            <a:extLst>
              <a:ext uri="{FF2B5EF4-FFF2-40B4-BE49-F238E27FC236}">
                <a16:creationId xmlns:a16="http://schemas.microsoft.com/office/drawing/2014/main" id="{A3FC1DCA-12AB-41C5-8A64-5B0E4FDB07D1}"/>
              </a:ext>
            </a:extLst>
          </p:cNvPr>
          <p:cNvPicPr>
            <a:picLocks noChangeAspect="1"/>
          </p:cNvPicPr>
          <p:nvPr userDrawn="1"/>
        </p:nvPicPr>
        <p:blipFill>
          <a:blip r:embed="rId2"/>
          <a:stretch>
            <a:fillRect/>
          </a:stretch>
        </p:blipFill>
        <p:spPr>
          <a:xfrm>
            <a:off x="0" y="0"/>
            <a:ext cx="9144000" cy="1972800"/>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Taro Fuji, XXXXXXX Div. (Jan 1, 2023)</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467987059"/>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5_表紙1">
    <p:spTree>
      <p:nvGrpSpPr>
        <p:cNvPr id="1" name=""/>
        <p:cNvGrpSpPr/>
        <p:nvPr/>
      </p:nvGrpSpPr>
      <p:grpSpPr>
        <a:xfrm>
          <a:off x="0" y="0"/>
          <a:ext cx="0" cy="0"/>
          <a:chOff x="0" y="0"/>
          <a:chExt cx="0" cy="0"/>
        </a:xfrm>
      </p:grpSpPr>
      <p:pic>
        <p:nvPicPr>
          <p:cNvPr id="48" name="図 47" descr="屋内, 座る, 小さい, キッチン が含まれている画像&#10;&#10;自動的に生成された説明">
            <a:extLst>
              <a:ext uri="{FF2B5EF4-FFF2-40B4-BE49-F238E27FC236}">
                <a16:creationId xmlns:a16="http://schemas.microsoft.com/office/drawing/2014/main" id="{CF361CDC-C081-43B3-A732-7994B5D0A432}"/>
              </a:ext>
            </a:extLst>
          </p:cNvPr>
          <p:cNvPicPr>
            <a:picLocks noChangeAspect="1"/>
          </p:cNvPicPr>
          <p:nvPr userDrawn="1"/>
        </p:nvPicPr>
        <p:blipFill>
          <a:blip r:embed="rId2"/>
          <a:stretch>
            <a:fillRect/>
          </a:stretch>
        </p:blipFill>
        <p:spPr>
          <a:xfrm>
            <a:off x="0" y="0"/>
            <a:ext cx="9144000" cy="1972800"/>
          </a:xfrm>
          <a:prstGeom prst="rect">
            <a:avLst/>
          </a:prstGeom>
        </p:spPr>
      </p:pic>
      <p:sp>
        <p:nvSpPr>
          <p:cNvPr id="2" name="Title 1"/>
          <p:cNvSpPr>
            <a:spLocks noGrp="1"/>
          </p:cNvSpPr>
          <p:nvPr>
            <p:ph type="ctrTitle" hasCustomPrompt="1"/>
          </p:nvPr>
        </p:nvSpPr>
        <p:spPr>
          <a:xfrm>
            <a:off x="575436" y="2496312"/>
            <a:ext cx="8064000" cy="432000"/>
          </a:xfrm>
        </p:spPr>
        <p:txBody>
          <a:bodyPr anchor="b"/>
          <a:lstStyle>
            <a:lvl1pPr algn="l">
              <a:defRPr sz="2200">
                <a:solidFill>
                  <a:schemeClr val="tx1"/>
                </a:solidFill>
              </a:defRPr>
            </a:lvl1pPr>
          </a:lstStyle>
          <a:p>
            <a:r>
              <a:rPr lang="en-US" altLang="ja-JP">
                <a:latin typeface="Arial" panose="020B0604020202020204" pitchFamily="34" charset="0"/>
                <a:cs typeface="Arial" panose="020B0604020202020204" pitchFamily="34" charset="0"/>
              </a:rPr>
              <a:t>Slide Title 22pt</a:t>
            </a:r>
            <a:endParaRPr lang="en-US"/>
          </a:p>
        </p:txBody>
      </p:sp>
      <p:sp>
        <p:nvSpPr>
          <p:cNvPr id="3" name="Subtitle 2"/>
          <p:cNvSpPr>
            <a:spLocks noGrp="1"/>
          </p:cNvSpPr>
          <p:nvPr>
            <p:ph type="subTitle" idx="1" hasCustomPrompt="1"/>
          </p:nvPr>
        </p:nvSpPr>
        <p:spPr>
          <a:xfrm>
            <a:off x="575436" y="2971811"/>
            <a:ext cx="8064000" cy="173169"/>
          </a:xfrm>
        </p:spPr>
        <p:txBody>
          <a:bodyPr/>
          <a:lstStyle>
            <a:lvl1pPr marL="0" marR="0" indent="0" algn="l" defTabSz="984077" rtl="0" eaLnBrk="1" fontAlgn="auto" latinLnBrk="0" hangingPunct="1">
              <a:lnSpc>
                <a:spcPct val="100000"/>
              </a:lnSpc>
              <a:spcBef>
                <a:spcPts val="0"/>
              </a:spcBef>
              <a:spcAft>
                <a:spcPts val="0"/>
              </a:spcAft>
              <a:buClrTx/>
              <a:buSzTx/>
              <a:buFontTx/>
              <a:buNone/>
              <a:tabLst/>
              <a:defRPr sz="1100">
                <a:solidFill>
                  <a:schemeClr val="tx1"/>
                </a:solidFill>
              </a:defRPr>
            </a:lvl1pPr>
            <a:lvl2pPr marL="492039" indent="0" algn="ctr">
              <a:buNone/>
              <a:defRPr sz="2152"/>
            </a:lvl2pPr>
            <a:lvl3pPr marL="984077" indent="0" algn="ctr">
              <a:buNone/>
              <a:defRPr sz="1937"/>
            </a:lvl3pPr>
            <a:lvl4pPr marL="1476116" indent="0" algn="ctr">
              <a:buNone/>
              <a:defRPr sz="1722"/>
            </a:lvl4pPr>
            <a:lvl5pPr marL="1968155" indent="0" algn="ctr">
              <a:buNone/>
              <a:defRPr sz="1722"/>
            </a:lvl5pPr>
            <a:lvl6pPr marL="2460193" indent="0" algn="ctr">
              <a:buNone/>
              <a:defRPr sz="1722"/>
            </a:lvl6pPr>
            <a:lvl7pPr marL="2952232" indent="0" algn="ctr">
              <a:buNone/>
              <a:defRPr sz="1722"/>
            </a:lvl7pPr>
            <a:lvl8pPr marL="3444270" indent="0" algn="ctr">
              <a:buNone/>
              <a:defRPr sz="1722"/>
            </a:lvl8pPr>
            <a:lvl9pPr marL="3936309" indent="0" algn="ctr">
              <a:buNone/>
              <a:defRPr sz="1722"/>
            </a:lvl9pPr>
          </a:lstStyle>
          <a:p>
            <a:r>
              <a:rPr lang="en-US" altLang="ja-JP"/>
              <a:t>Subtitle formatting</a:t>
            </a:r>
            <a:r>
              <a:rPr kumimoji="0" lang="en-US" altLang="ja-JP"/>
              <a:t> 14pt</a:t>
            </a:r>
            <a:endParaRPr kumimoji="0" lang="ja-JP" altLang="ja-JP"/>
          </a:p>
        </p:txBody>
      </p:sp>
      <p:sp>
        <p:nvSpPr>
          <p:cNvPr id="18" name="テキスト プレースホルダー 17">
            <a:extLst>
              <a:ext uri="{FF2B5EF4-FFF2-40B4-BE49-F238E27FC236}">
                <a16:creationId xmlns:a16="http://schemas.microsoft.com/office/drawing/2014/main" id="{DA62E947-F491-468B-85BB-32D6389DA0DD}"/>
              </a:ext>
            </a:extLst>
          </p:cNvPr>
          <p:cNvSpPr>
            <a:spLocks noGrp="1"/>
          </p:cNvSpPr>
          <p:nvPr>
            <p:ph type="body" sz="quarter" idx="13" hasCustomPrompt="1"/>
          </p:nvPr>
        </p:nvSpPr>
        <p:spPr>
          <a:xfrm>
            <a:off x="575436" y="2274481"/>
            <a:ext cx="8064000" cy="288000"/>
          </a:xfrm>
        </p:spPr>
        <p:txBody>
          <a:bodyPr anchor="t"/>
          <a:lstStyle>
            <a:lvl1pPr marL="0" marR="0" indent="0" algn="l" defTabSz="984077" rtl="0" eaLnBrk="1" fontAlgn="auto" latinLnBrk="0" hangingPunct="1">
              <a:lnSpc>
                <a:spcPct val="100000"/>
              </a:lnSpc>
              <a:spcBef>
                <a:spcPts val="0"/>
              </a:spcBef>
              <a:spcAft>
                <a:spcPts val="0"/>
              </a:spcAft>
              <a:buClrTx/>
              <a:buSzTx/>
              <a:buFontTx/>
              <a:buNone/>
              <a:tabLst/>
              <a:defRPr sz="1400"/>
            </a:lvl1pPr>
          </a:lstStyle>
          <a:p>
            <a:pPr marL="0" marR="0" lvl="0" indent="0" algn="l" defTabSz="984077" rtl="0" eaLnBrk="1" fontAlgn="auto" latinLnBrk="0" hangingPunct="1">
              <a:lnSpc>
                <a:spcPct val="100000"/>
              </a:lnSpc>
              <a:spcBef>
                <a:spcPts val="0"/>
              </a:spcBef>
              <a:spcAft>
                <a:spcPts val="0"/>
              </a:spcAft>
              <a:buClrTx/>
              <a:buSzTx/>
              <a:buFontTx/>
              <a:buNone/>
              <a:tabLst/>
              <a:defRPr/>
            </a:pPr>
            <a:r>
              <a:rPr lang="en-US" altLang="ja-JP">
                <a:cs typeface="Arial" panose="020B0604020202020204" pitchFamily="34" charset="0"/>
              </a:rPr>
              <a:t>Client Name </a:t>
            </a:r>
            <a:r>
              <a:rPr kumimoji="1" lang="en-US" altLang="zh-CN"/>
              <a:t>14pt</a:t>
            </a:r>
            <a:endParaRPr kumimoji="1" lang="ja-JP" altLang="en-US"/>
          </a:p>
          <a:p>
            <a:pPr lvl="0"/>
            <a:endParaRPr kumimoji="1" lang="ja-JP" altLang="en-US"/>
          </a:p>
        </p:txBody>
      </p:sp>
      <p:sp>
        <p:nvSpPr>
          <p:cNvPr id="21" name="テキスト プレースホルダー 20">
            <a:extLst>
              <a:ext uri="{FF2B5EF4-FFF2-40B4-BE49-F238E27FC236}">
                <a16:creationId xmlns:a16="http://schemas.microsoft.com/office/drawing/2014/main" id="{864D83E0-932F-409B-80C5-87D59F5BFA3D}"/>
              </a:ext>
            </a:extLst>
          </p:cNvPr>
          <p:cNvSpPr>
            <a:spLocks noGrp="1"/>
          </p:cNvSpPr>
          <p:nvPr>
            <p:ph type="body" sz="quarter" idx="14" hasCustomPrompt="1"/>
          </p:nvPr>
        </p:nvSpPr>
        <p:spPr>
          <a:xfrm>
            <a:off x="575435" y="3234673"/>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latin typeface="Arial" panose="020B0604020202020204" pitchFamily="34" charset="0"/>
                <a:cs typeface="Arial" panose="020B0604020202020204" pitchFamily="34" charset="0"/>
              </a:rPr>
              <a:t>January XX, 20XX  11pt</a:t>
            </a:r>
          </a:p>
        </p:txBody>
      </p:sp>
      <p:sp>
        <p:nvSpPr>
          <p:cNvPr id="23" name="テキスト プレースホルダー 22">
            <a:extLst>
              <a:ext uri="{FF2B5EF4-FFF2-40B4-BE49-F238E27FC236}">
                <a16:creationId xmlns:a16="http://schemas.microsoft.com/office/drawing/2014/main" id="{EFBD87F5-BD43-4B59-A6FA-08665F8715FF}"/>
              </a:ext>
            </a:extLst>
          </p:cNvPr>
          <p:cNvSpPr>
            <a:spLocks noGrp="1"/>
          </p:cNvSpPr>
          <p:nvPr>
            <p:ph type="body" sz="quarter" idx="15" hasCustomPrompt="1"/>
          </p:nvPr>
        </p:nvSpPr>
        <p:spPr>
          <a:xfrm>
            <a:off x="575436" y="3702537"/>
            <a:ext cx="3061062" cy="360000"/>
          </a:xfrm>
        </p:spPr>
        <p:txBody>
          <a:bodyPr anchor="t" anchorCtr="0"/>
          <a:lstStyle>
            <a:lvl1pPr marL="0" marR="0" indent="0" algn="l" defTabSz="984077" rtl="0" eaLnBrk="1" fontAlgn="ctr" latinLnBrk="0" hangingPunct="1">
              <a:lnSpc>
                <a:spcPct val="100000"/>
              </a:lnSpc>
              <a:spcBef>
                <a:spcPts val="0"/>
              </a:spcBef>
              <a:spcAft>
                <a:spcPts val="0"/>
              </a:spcAft>
              <a:buClrTx/>
              <a:buSzTx/>
              <a:buFontTx/>
              <a:buNone/>
              <a:tabLst/>
              <a:defRPr sz="1100"/>
            </a:lvl1pPr>
          </a:lstStyle>
          <a:p>
            <a:r>
              <a:rPr lang="en-US" altLang="ja-JP"/>
              <a:t>Business Unit Name / Presenter’s Name 11pt</a:t>
            </a:r>
          </a:p>
          <a:p>
            <a:r>
              <a:rPr lang="en-US" altLang="ja-JP"/>
              <a:t>Business Unit Name / Presenter’s Name 11pt</a:t>
            </a:r>
          </a:p>
        </p:txBody>
      </p:sp>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49" name="テキスト プレースホルダー 20">
            <a:extLst>
              <a:ext uri="{FF2B5EF4-FFF2-40B4-BE49-F238E27FC236}">
                <a16:creationId xmlns:a16="http://schemas.microsoft.com/office/drawing/2014/main" id="{9CA8B14E-5EE7-4FE6-ACD6-51F9BBFBBE53}"/>
              </a:ext>
            </a:extLst>
          </p:cNvPr>
          <p:cNvSpPr>
            <a:spLocks noGrp="1"/>
          </p:cNvSpPr>
          <p:nvPr>
            <p:ph type="body" sz="quarter" idx="16" hasCustomPrompt="1"/>
          </p:nvPr>
        </p:nvSpPr>
        <p:spPr>
          <a:xfrm>
            <a:off x="575436" y="3476599"/>
            <a:ext cx="3061062" cy="201600"/>
          </a:xfrm>
        </p:spPr>
        <p:txBody>
          <a:bodyPr anchor="ctr"/>
          <a:lstStyle>
            <a:lvl1pPr marL="0" marR="0" indent="0" algn="l" defTabSz="984077" rtl="0" eaLnBrk="1" fontAlgn="auto" latinLnBrk="0" hangingPunct="1">
              <a:lnSpc>
                <a:spcPct val="100000"/>
              </a:lnSpc>
              <a:spcBef>
                <a:spcPts val="0"/>
              </a:spcBef>
              <a:spcAft>
                <a:spcPts val="300"/>
              </a:spcAft>
              <a:buClrTx/>
              <a:buSzTx/>
              <a:buFontTx/>
              <a:buNone/>
              <a:tabLst/>
              <a:defRPr sz="1100">
                <a:solidFill>
                  <a:schemeClr val="tx1"/>
                </a:solidFill>
              </a:defRPr>
            </a:lvl1pPr>
          </a:lstStyle>
          <a:p>
            <a:pPr marL="0" marR="0" lvl="0" indent="0" algn="l" defTabSz="984077" rtl="0" eaLnBrk="1" fontAlgn="auto" latinLnBrk="0" hangingPunct="1">
              <a:lnSpc>
                <a:spcPct val="100000"/>
              </a:lnSpc>
              <a:spcBef>
                <a:spcPts val="0"/>
              </a:spcBef>
              <a:spcAft>
                <a:spcPts val="300"/>
              </a:spcAft>
              <a:buClrTx/>
              <a:buSzTx/>
              <a:buFontTx/>
              <a:buNone/>
              <a:tabLst/>
              <a:defRPr/>
            </a:pPr>
            <a:r>
              <a:rPr lang="en-US" altLang="ja-JP"/>
              <a:t>FUJIFILM Holdings Corporation</a:t>
            </a:r>
          </a:p>
        </p:txBody>
      </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Taro Fuji, XXXXXXX Div. (Jan 1, 2023)</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3331420218"/>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中表紙">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87624" y="1825139"/>
            <a:ext cx="7469072" cy="792000"/>
          </a:xfrm>
        </p:spPr>
        <p:txBody>
          <a:bodyPr anchor="b"/>
          <a:lstStyle>
            <a:lvl1pPr>
              <a:defRPr sz="2000" baseline="0">
                <a:solidFill>
                  <a:schemeClr val="tx1"/>
                </a:solidFill>
                <a:latin typeface="Arial" panose="020B0604020202020204" pitchFamily="34" charset="0"/>
              </a:defRPr>
            </a:lvl1pPr>
          </a:lstStyle>
          <a:p>
            <a:br>
              <a:rPr lang="en-US" altLang="ja-JP"/>
            </a:br>
            <a:r>
              <a:rPr lang="en-US" altLang="ja-JP"/>
              <a:t>Chapter title 20pt</a:t>
            </a:r>
            <a:endParaRPr lang="en-US"/>
          </a:p>
        </p:txBody>
      </p:sp>
      <p:sp>
        <p:nvSpPr>
          <p:cNvPr id="3" name="Text Placeholder 2"/>
          <p:cNvSpPr>
            <a:spLocks noGrp="1"/>
          </p:cNvSpPr>
          <p:nvPr>
            <p:ph type="body" idx="1" hasCustomPrompt="1"/>
          </p:nvPr>
        </p:nvSpPr>
        <p:spPr>
          <a:xfrm>
            <a:off x="1187624" y="2781410"/>
            <a:ext cx="7469072" cy="432000"/>
          </a:xfrm>
        </p:spPr>
        <p:txBody>
          <a:bodyPr lIns="0" tIns="0" rIns="0" bIns="0"/>
          <a:lstStyle>
            <a:lvl1pPr marL="0" indent="0">
              <a:lnSpc>
                <a:spcPct val="100000"/>
              </a:lnSpc>
              <a:spcAft>
                <a:spcPts val="0"/>
              </a:spcAft>
              <a:buNone/>
              <a:defRPr sz="1100">
                <a:solidFill>
                  <a:schemeClr val="tx1"/>
                </a:solidFill>
              </a:defRPr>
            </a:lvl1pPr>
            <a:lvl2pPr marL="492039" indent="0">
              <a:buNone/>
              <a:defRPr sz="2152">
                <a:solidFill>
                  <a:schemeClr val="tx1">
                    <a:tint val="75000"/>
                  </a:schemeClr>
                </a:solidFill>
              </a:defRPr>
            </a:lvl2pPr>
            <a:lvl3pPr marL="984077" indent="0">
              <a:buNone/>
              <a:defRPr sz="1937">
                <a:solidFill>
                  <a:schemeClr val="tx1">
                    <a:tint val="75000"/>
                  </a:schemeClr>
                </a:solidFill>
              </a:defRPr>
            </a:lvl3pPr>
            <a:lvl4pPr marL="1476116" indent="0">
              <a:buNone/>
              <a:defRPr sz="1722">
                <a:solidFill>
                  <a:schemeClr val="tx1">
                    <a:tint val="75000"/>
                  </a:schemeClr>
                </a:solidFill>
              </a:defRPr>
            </a:lvl4pPr>
            <a:lvl5pPr marL="1968155" indent="0">
              <a:buNone/>
              <a:defRPr sz="1722">
                <a:solidFill>
                  <a:schemeClr val="tx1">
                    <a:tint val="75000"/>
                  </a:schemeClr>
                </a:solidFill>
              </a:defRPr>
            </a:lvl5pPr>
            <a:lvl6pPr marL="2460193" indent="0">
              <a:buNone/>
              <a:defRPr sz="1722">
                <a:solidFill>
                  <a:schemeClr val="tx1">
                    <a:tint val="75000"/>
                  </a:schemeClr>
                </a:solidFill>
              </a:defRPr>
            </a:lvl6pPr>
            <a:lvl7pPr marL="2952232" indent="0">
              <a:buNone/>
              <a:defRPr sz="1722">
                <a:solidFill>
                  <a:schemeClr val="tx1">
                    <a:tint val="75000"/>
                  </a:schemeClr>
                </a:solidFill>
              </a:defRPr>
            </a:lvl7pPr>
            <a:lvl8pPr marL="3444270" indent="0">
              <a:buNone/>
              <a:defRPr sz="1722">
                <a:solidFill>
                  <a:schemeClr val="tx1">
                    <a:tint val="75000"/>
                  </a:schemeClr>
                </a:solidFill>
              </a:defRPr>
            </a:lvl8pPr>
            <a:lvl9pPr marL="3936309" indent="0">
              <a:buNone/>
              <a:defRPr sz="1722">
                <a:solidFill>
                  <a:schemeClr val="tx1">
                    <a:tint val="75000"/>
                  </a:schemeClr>
                </a:solidFill>
              </a:defRPr>
            </a:lvl9pPr>
          </a:lstStyle>
          <a:p>
            <a:pPr lvl="0"/>
            <a:r>
              <a:rPr lang="en-US" altLang="ja-JP"/>
              <a:t>Subtitle 11pt</a:t>
            </a:r>
            <a:endParaRPr lang="ja-JP" altLang="en-US"/>
          </a:p>
        </p:txBody>
      </p:sp>
      <p:sp>
        <p:nvSpPr>
          <p:cNvPr id="35" name="Slide Number Placeholder 5">
            <a:extLst>
              <a:ext uri="{FF2B5EF4-FFF2-40B4-BE49-F238E27FC236}">
                <a16:creationId xmlns:a16="http://schemas.microsoft.com/office/drawing/2014/main" id="{315BE47E-402D-4C06-B640-E1C2F147FCF8}"/>
              </a:ext>
            </a:extLst>
          </p:cNvPr>
          <p:cNvSpPr txBox="1">
            <a:spLocks/>
          </p:cNvSpPr>
          <p:nvPr userDrawn="1"/>
        </p:nvSpPr>
        <p:spPr>
          <a:xfrm>
            <a:off x="8738980" y="4909604"/>
            <a:ext cx="360000" cy="144000"/>
          </a:xfrm>
          <a:prstGeom prst="rect">
            <a:avLst/>
          </a:prstGeom>
        </p:spPr>
        <p:txBody>
          <a:bodyPr vert="horz" lIns="0" tIns="0" rIns="0" bIns="0" rtlCol="0" anchor="ctr"/>
          <a:lstStyle>
            <a:defPPr>
              <a:defRPr lang="en-US"/>
            </a:defPPr>
            <a:lvl1pPr marL="0" algn="ctr" defTabSz="362148" rtl="0" eaLnBrk="1" fontAlgn="ctr" latinLnBrk="0" hangingPunct="1">
              <a:defRPr lang="ja-JP" altLang="en-US" sz="1000" kern="1200" smtClean="0">
                <a:solidFill>
                  <a:schemeClr val="tx1"/>
                </a:solidFill>
                <a:latin typeface="+mn-lt"/>
                <a:ea typeface="+mn-ea"/>
                <a:cs typeface="+mn-cs"/>
              </a:defRPr>
            </a:lvl1pPr>
            <a:lvl2pPr marL="362148" algn="l" defTabSz="362148" rtl="0" eaLnBrk="1" latinLnBrk="0" hangingPunct="1">
              <a:defRPr sz="1426" kern="1200">
                <a:solidFill>
                  <a:schemeClr val="tx1"/>
                </a:solidFill>
                <a:latin typeface="+mn-lt"/>
                <a:ea typeface="+mn-ea"/>
                <a:cs typeface="+mn-cs"/>
              </a:defRPr>
            </a:lvl2pPr>
            <a:lvl3pPr marL="724296" algn="l" defTabSz="362148" rtl="0" eaLnBrk="1" latinLnBrk="0" hangingPunct="1">
              <a:defRPr sz="1426" kern="1200">
                <a:solidFill>
                  <a:schemeClr val="tx1"/>
                </a:solidFill>
                <a:latin typeface="+mn-lt"/>
                <a:ea typeface="+mn-ea"/>
                <a:cs typeface="+mn-cs"/>
              </a:defRPr>
            </a:lvl3pPr>
            <a:lvl4pPr marL="1086444" algn="l" defTabSz="362148" rtl="0" eaLnBrk="1" latinLnBrk="0" hangingPunct="1">
              <a:defRPr sz="1426" kern="1200">
                <a:solidFill>
                  <a:schemeClr val="tx1"/>
                </a:solidFill>
                <a:latin typeface="+mn-lt"/>
                <a:ea typeface="+mn-ea"/>
                <a:cs typeface="+mn-cs"/>
              </a:defRPr>
            </a:lvl4pPr>
            <a:lvl5pPr marL="1448592" algn="l" defTabSz="362148" rtl="0" eaLnBrk="1" latinLnBrk="0" hangingPunct="1">
              <a:defRPr sz="1426" kern="1200">
                <a:solidFill>
                  <a:schemeClr val="tx1"/>
                </a:solidFill>
                <a:latin typeface="+mn-lt"/>
                <a:ea typeface="+mn-ea"/>
                <a:cs typeface="+mn-cs"/>
              </a:defRPr>
            </a:lvl5pPr>
            <a:lvl6pPr marL="1810741" algn="l" defTabSz="362148" rtl="0" eaLnBrk="1" latinLnBrk="0" hangingPunct="1">
              <a:defRPr sz="1426" kern="1200">
                <a:solidFill>
                  <a:schemeClr val="tx1"/>
                </a:solidFill>
                <a:latin typeface="+mn-lt"/>
                <a:ea typeface="+mn-ea"/>
                <a:cs typeface="+mn-cs"/>
              </a:defRPr>
            </a:lvl6pPr>
            <a:lvl7pPr marL="2172889" algn="l" defTabSz="362148" rtl="0" eaLnBrk="1" latinLnBrk="0" hangingPunct="1">
              <a:defRPr sz="1426" kern="1200">
                <a:solidFill>
                  <a:schemeClr val="tx1"/>
                </a:solidFill>
                <a:latin typeface="+mn-lt"/>
                <a:ea typeface="+mn-ea"/>
                <a:cs typeface="+mn-cs"/>
              </a:defRPr>
            </a:lvl7pPr>
            <a:lvl8pPr marL="2535037" algn="l" defTabSz="362148" rtl="0" eaLnBrk="1" latinLnBrk="0" hangingPunct="1">
              <a:defRPr sz="1426" kern="1200">
                <a:solidFill>
                  <a:schemeClr val="tx1"/>
                </a:solidFill>
                <a:latin typeface="+mn-lt"/>
                <a:ea typeface="+mn-ea"/>
                <a:cs typeface="+mn-cs"/>
              </a:defRPr>
            </a:lvl8pPr>
            <a:lvl9pPr marL="2897185" algn="l" defTabSz="362148" rtl="0" eaLnBrk="1" latinLnBrk="0" hangingPunct="1">
              <a:defRPr sz="1426" kern="1200">
                <a:solidFill>
                  <a:schemeClr val="tx1"/>
                </a:solidFill>
                <a:latin typeface="+mn-lt"/>
                <a:ea typeface="+mn-ea"/>
                <a:cs typeface="+mn-cs"/>
              </a:defRPr>
            </a:lvl9pPr>
          </a:lstStyle>
          <a:p>
            <a:fld id="{9FB9FBB1-FD5B-41A6-B84B-A229A6B4BB39}" type="slidenum">
              <a:rPr lang="en-US" altLang="ja-JP" smtClean="0"/>
              <a:pPr/>
              <a:t>‹#›</a:t>
            </a:fld>
            <a:endParaRPr lang="en-US"/>
          </a:p>
        </p:txBody>
      </p:sp>
      <p:pic>
        <p:nvPicPr>
          <p:cNvPr id="19" name="図 18">
            <a:extLst>
              <a:ext uri="{FF2B5EF4-FFF2-40B4-BE49-F238E27FC236}">
                <a16:creationId xmlns:a16="http://schemas.microsoft.com/office/drawing/2014/main" id="{61734147-0C5B-407A-82C4-57EAA92FCB7C}"/>
              </a:ext>
            </a:extLst>
          </p:cNvPr>
          <p:cNvPicPr>
            <a:picLocks/>
          </p:cNvPicPr>
          <p:nvPr userDrawn="1"/>
        </p:nvPicPr>
        <p:blipFill>
          <a:blip r:embed="rId2"/>
          <a:stretch>
            <a:fillRect/>
          </a:stretch>
        </p:blipFill>
        <p:spPr>
          <a:xfrm>
            <a:off x="0" y="2449561"/>
            <a:ext cx="1029600" cy="36000"/>
          </a:xfrm>
          <a:prstGeom prst="rect">
            <a:avLst/>
          </a:prstGeom>
        </p:spPr>
      </p:pic>
      <p:sp>
        <p:nvSpPr>
          <p:cNvPr id="4" name="正方形/長方形 3">
            <a:extLst>
              <a:ext uri="{FF2B5EF4-FFF2-40B4-BE49-F238E27FC236}">
                <a16:creationId xmlns:a16="http://schemas.microsoft.com/office/drawing/2014/main" id="{49549FB5-9D4D-4DBA-8980-8D61785286C0}"/>
              </a:ext>
            </a:extLst>
          </p:cNvPr>
          <p:cNvSpPr/>
          <p:nvPr userDrawn="1"/>
        </p:nvSpPr>
        <p:spPr>
          <a:xfrm>
            <a:off x="45718" y="630105"/>
            <a:ext cx="9072000" cy="14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79238263"/>
      </p:ext>
    </p:extLst>
  </p:cSld>
  <p:clrMapOvr>
    <a:masterClrMapping/>
  </p:clrMapOvr>
  <p:extLst>
    <p:ext uri="{DCECCB84-F9BA-43D5-87BE-67443E8EF086}">
      <p15:sldGuideLst xmlns:p15="http://schemas.microsoft.com/office/powerpoint/2012/main">
        <p15:guide id="1" pos="2880">
          <p15:clr>
            <a:srgbClr val="FBAE40"/>
          </p15:clr>
        </p15:guide>
        <p15:guide id="2" pos="741">
          <p15:clr>
            <a:srgbClr val="FBAE40"/>
          </p15:clr>
        </p15:guide>
        <p15:guide id="4" orient="horz" pos="1650">
          <p15:clr>
            <a:srgbClr val="FBAE40"/>
          </p15:clr>
        </p15:guide>
        <p15:guide id="5" orient="horz" pos="315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39552" y="868957"/>
            <a:ext cx="8075811" cy="3826867"/>
          </a:xfrm>
        </p:spPr>
        <p:txBody>
          <a:bodyPr/>
          <a:lstStyle>
            <a:lvl1pPr>
              <a:defRPr/>
            </a:lvl1pPr>
            <a:lvl2pPr>
              <a:defRPr/>
            </a:lvl2pPr>
            <a:lvl3pPr>
              <a:defRPr/>
            </a:lvl3pPr>
            <a:lvl4pPr>
              <a:defRPr/>
            </a:lvl4pPr>
            <a:lvl5pPr>
              <a:defRPr/>
            </a:lvl5p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4" name="タイトル 3">
            <a:extLst>
              <a:ext uri="{FF2B5EF4-FFF2-40B4-BE49-F238E27FC236}">
                <a16:creationId xmlns:a16="http://schemas.microsoft.com/office/drawing/2014/main" id="{76DDD061-7C92-4362-B515-ADA50FF9D122}"/>
              </a:ext>
            </a:extLst>
          </p:cNvPr>
          <p:cNvSpPr>
            <a:spLocks noGrp="1"/>
          </p:cNvSpPr>
          <p:nvPr>
            <p:ph type="title" hasCustomPrompt="1"/>
          </p:nvPr>
        </p:nvSpPr>
        <p:spPr>
          <a:xfrm>
            <a:off x="539552" y="116531"/>
            <a:ext cx="6048000" cy="475200"/>
          </a:xfrm>
        </p:spPr>
        <p:txBody>
          <a:bodyPr/>
          <a:lstStyle>
            <a:lvl1pPr>
              <a:defRPr baseline="0"/>
            </a:lvl1p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kumimoji="1" lang="ja-JP" altLang="en-US"/>
          </a:p>
        </p:txBody>
      </p:sp>
      <p:sp>
        <p:nvSpPr>
          <p:cNvPr id="2" name="正方形/長方形 1">
            <a:extLst>
              <a:ext uri="{FF2B5EF4-FFF2-40B4-BE49-F238E27FC236}">
                <a16:creationId xmlns:a16="http://schemas.microsoft.com/office/drawing/2014/main" id="{2B063E14-DDB3-E73F-5F04-FCD25A64FDE7}"/>
              </a:ext>
            </a:extLst>
          </p:cNvPr>
          <p:cNvSpPr/>
          <p:nvPr userDrawn="1"/>
        </p:nvSpPr>
        <p:spPr>
          <a:xfrm>
            <a:off x="7308304" y="116531"/>
            <a:ext cx="1728192" cy="4752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300461719"/>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タイトルとコンテンツ_2段">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98ED19-8E52-4299-9202-1A07A95975D0}"/>
              </a:ext>
            </a:extLst>
          </p:cNvPr>
          <p:cNvSpPr>
            <a:spLocks noGrp="1"/>
          </p:cNvSpPr>
          <p:nvPr>
            <p:ph type="title" hasCustomPrompt="1"/>
          </p:nvPr>
        </p:nvSpPr>
        <p:spPr>
          <a:xfrm>
            <a:off x="539952" y="113734"/>
            <a:ext cx="6048000" cy="475426"/>
          </a:xfrm>
        </p:spPr>
        <p:txBody>
          <a:bodyPr/>
          <a:lstStyle>
            <a:lvl1pPr>
              <a:defRPr/>
            </a:lvl1p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kumimoji="1" lang="ja-JP" altLang="en-US"/>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40352" y="868959"/>
            <a:ext cx="3600000" cy="3826866"/>
          </a:xfrm>
        </p:spPr>
        <p:txBody>
          <a:bodyPr/>
          <a:lstStyle>
            <a:lvl1pPr>
              <a:defRPr/>
            </a:lvl1pPr>
            <a:lvl2pPr>
              <a:defRPr/>
            </a:lvl2pPr>
            <a:lvl3pPr>
              <a:defRPr/>
            </a:lvl3pPr>
            <a:lvl4pPr>
              <a:defRPr/>
            </a:lvl4pPr>
            <a:lvl5pPr>
              <a:defRPr/>
            </a:lvl5p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6" name="テキスト プレースホルダー 5">
            <a:extLst>
              <a:ext uri="{FF2B5EF4-FFF2-40B4-BE49-F238E27FC236}">
                <a16:creationId xmlns:a16="http://schemas.microsoft.com/office/drawing/2014/main" id="{A5F421E6-A40C-4C6F-9E2C-D05DECF78ECB}"/>
              </a:ext>
            </a:extLst>
          </p:cNvPr>
          <p:cNvSpPr>
            <a:spLocks noGrp="1"/>
          </p:cNvSpPr>
          <p:nvPr>
            <p:ph type="body" sz="quarter" idx="12" hasCustomPrompt="1"/>
          </p:nvPr>
        </p:nvSpPr>
        <p:spPr>
          <a:xfrm>
            <a:off x="5004047" y="868957"/>
            <a:ext cx="3611315" cy="3826867"/>
          </a:xfrm>
        </p:spPr>
        <p:txBody>
          <a:bodyPr/>
          <a:lstStyle>
            <a:lvl1pPr>
              <a:defRPr/>
            </a:lvl1pPr>
            <a:lvl2pPr>
              <a:defRPr/>
            </a:lvl2pPr>
            <a:lvl3pPr>
              <a:defRPr/>
            </a:lvl3pPr>
            <a:lvl4pPr>
              <a:defRPr/>
            </a:lvl4pPr>
            <a:lvl5pPr>
              <a:defRPr/>
            </a:lvl5p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4" name="正方形/長方形 3">
            <a:extLst>
              <a:ext uri="{FF2B5EF4-FFF2-40B4-BE49-F238E27FC236}">
                <a16:creationId xmlns:a16="http://schemas.microsoft.com/office/drawing/2014/main" id="{54E23B19-C5BD-EA31-483B-6903C96E77E0}"/>
              </a:ext>
            </a:extLst>
          </p:cNvPr>
          <p:cNvSpPr/>
          <p:nvPr userDrawn="1"/>
        </p:nvSpPr>
        <p:spPr>
          <a:xfrm>
            <a:off x="7308304" y="116531"/>
            <a:ext cx="1728192" cy="4752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1054994637"/>
      </p:ext>
    </p:extLst>
  </p:cSld>
  <p:clrMapOvr>
    <a:masterClrMapping/>
  </p:clrMapOvr>
  <p:extLst>
    <p:ext uri="{DCECCB84-F9BA-43D5-87BE-67443E8EF086}">
      <p15:sldGuideLst xmlns:p15="http://schemas.microsoft.com/office/powerpoint/2012/main">
        <p15:guide id="1" pos="2608">
          <p15:clr>
            <a:srgbClr val="FBAE40"/>
          </p15:clr>
        </p15:guide>
        <p15:guide id="2" pos="340">
          <p15:clr>
            <a:srgbClr val="FBAE40"/>
          </p15:clr>
        </p15:guide>
        <p15:guide id="3" pos="3152">
          <p15:clr>
            <a:srgbClr val="FBAE40"/>
          </p15:clr>
        </p15:guide>
        <p15:guide id="4" pos="5427">
          <p15:clr>
            <a:srgbClr val="FBAE40"/>
          </p15:clr>
        </p15:guide>
        <p15:guide id="5" orient="horz" pos="547">
          <p15:clr>
            <a:srgbClr val="FBAE40"/>
          </p15:clr>
        </p15:guide>
        <p15:guide id="6" orient="horz" pos="1756">
          <p15:clr>
            <a:srgbClr val="FBAE40"/>
          </p15:clr>
        </p15:guide>
        <p15:guide id="7" orient="horz" pos="2958">
          <p15:clr>
            <a:srgbClr val="FBAE40"/>
          </p15:clr>
        </p15:guide>
        <p15:guide id="8" orient="horz" pos="315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98ED19-8E52-4299-9202-1A07A95975D0}"/>
              </a:ext>
            </a:extLst>
          </p:cNvPr>
          <p:cNvSpPr>
            <a:spLocks noGrp="1"/>
          </p:cNvSpPr>
          <p:nvPr>
            <p:ph type="title" hasCustomPrompt="1"/>
          </p:nvPr>
        </p:nvSpPr>
        <p:spPr/>
        <p:txBody>
          <a:bodyPr/>
          <a:lstStyle>
            <a:lvl1pPr>
              <a:defRPr/>
            </a:lvl1p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kumimoji="1" lang="ja-JP" altLang="en-US"/>
          </a:p>
        </p:txBody>
      </p:sp>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4" name="正方形/長方形 3">
            <a:extLst>
              <a:ext uri="{FF2B5EF4-FFF2-40B4-BE49-F238E27FC236}">
                <a16:creationId xmlns:a16="http://schemas.microsoft.com/office/drawing/2014/main" id="{A43EBF18-BCB3-0149-0614-E0BB56ECC5E2}"/>
              </a:ext>
            </a:extLst>
          </p:cNvPr>
          <p:cNvSpPr/>
          <p:nvPr userDrawn="1"/>
        </p:nvSpPr>
        <p:spPr>
          <a:xfrm>
            <a:off x="7308304" y="116531"/>
            <a:ext cx="1728192" cy="475200"/>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1621639081"/>
      </p:ext>
    </p:extLst>
  </p:cSld>
  <p:clrMapOvr>
    <a:masterClrMapping/>
  </p:clrMapOvr>
  <p:extLst>
    <p:ext uri="{DCECCB84-F9BA-43D5-87BE-67443E8EF086}">
      <p15:sldGuideLst xmlns:p15="http://schemas.microsoft.com/office/powerpoint/2012/main">
        <p15:guide id="1" orient="horz" pos="547">
          <p15:clr>
            <a:srgbClr val="FBAE40"/>
          </p15:clr>
        </p15:guide>
        <p15:guide id="3" orient="horz" pos="2958">
          <p15:clr>
            <a:srgbClr val="FBAE40"/>
          </p15:clr>
        </p15:guide>
        <p15:guide id="5" pos="5427">
          <p15:clr>
            <a:srgbClr val="FBAE40"/>
          </p15:clr>
        </p15:guide>
        <p15:guide id="6" pos="340">
          <p15:clr>
            <a:srgbClr val="FBAE40"/>
          </p15:clr>
        </p15:guide>
        <p15:guide id="7" pos="2880">
          <p15:clr>
            <a:srgbClr val="FBAE40"/>
          </p15:clr>
        </p15:guide>
        <p15:guide id="8" orient="horz" pos="1756">
          <p15:clr>
            <a:srgbClr val="FBAE40"/>
          </p15:clr>
        </p15:guide>
        <p15:guide id="9" orient="horz" pos="315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blank" preserve="1">
  <p:cSld name="最終ページ">
    <p:spTree>
      <p:nvGrpSpPr>
        <p:cNvPr id="1" name=""/>
        <p:cNvGrpSpPr/>
        <p:nvPr/>
      </p:nvGrpSpPr>
      <p:grpSpPr>
        <a:xfrm>
          <a:off x="0" y="0"/>
          <a:ext cx="0" cy="0"/>
          <a:chOff x="0" y="0"/>
          <a:chExt cx="0" cy="0"/>
        </a:xfrm>
      </p:grpSpPr>
      <p:grpSp>
        <p:nvGrpSpPr>
          <p:cNvPr id="32" name="グラフィックス 65">
            <a:extLst>
              <a:ext uri="{FF2B5EF4-FFF2-40B4-BE49-F238E27FC236}">
                <a16:creationId xmlns:a16="http://schemas.microsoft.com/office/drawing/2014/main" id="{5B4C66C5-79ED-4A2B-A7F6-A06F8800991F}"/>
              </a:ext>
            </a:extLst>
          </p:cNvPr>
          <p:cNvGrpSpPr/>
          <p:nvPr userDrawn="1"/>
        </p:nvGrpSpPr>
        <p:grpSpPr>
          <a:xfrm>
            <a:off x="3222111" y="2205113"/>
            <a:ext cx="2699779" cy="733274"/>
            <a:chOff x="3691731" y="3246312"/>
            <a:chExt cx="3270028" cy="888156"/>
          </a:xfrm>
        </p:grpSpPr>
        <p:sp>
          <p:nvSpPr>
            <p:cNvPr id="33" name="フリーフォーム: 図形 32">
              <a:extLst>
                <a:ext uri="{FF2B5EF4-FFF2-40B4-BE49-F238E27FC236}">
                  <a16:creationId xmlns:a16="http://schemas.microsoft.com/office/drawing/2014/main" id="{F4C73BCE-29A4-45D4-9496-7DEB699C1229}"/>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64" name="フリーフォーム: 図形 63">
              <a:extLst>
                <a:ext uri="{FF2B5EF4-FFF2-40B4-BE49-F238E27FC236}">
                  <a16:creationId xmlns:a16="http://schemas.microsoft.com/office/drawing/2014/main" id="{AC3272AE-86F1-478A-8500-E33E232DAE5F}"/>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65" name="フリーフォーム: 図形 64">
              <a:extLst>
                <a:ext uri="{FF2B5EF4-FFF2-40B4-BE49-F238E27FC236}">
                  <a16:creationId xmlns:a16="http://schemas.microsoft.com/office/drawing/2014/main" id="{63145313-7D8D-4FB2-8AD8-0345402E5E42}"/>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66" name="フリーフォーム: 図形 65">
              <a:extLst>
                <a:ext uri="{FF2B5EF4-FFF2-40B4-BE49-F238E27FC236}">
                  <a16:creationId xmlns:a16="http://schemas.microsoft.com/office/drawing/2014/main" id="{AC4A067B-0E33-4A3D-AAF2-E8C0A270F65C}"/>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67" name="フリーフォーム: 図形 66">
              <a:extLst>
                <a:ext uri="{FF2B5EF4-FFF2-40B4-BE49-F238E27FC236}">
                  <a16:creationId xmlns:a16="http://schemas.microsoft.com/office/drawing/2014/main" id="{D447FB87-AC21-4F8A-8891-A8AFE59F8E83}"/>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68" name="フリーフォーム: 図形 67">
              <a:extLst>
                <a:ext uri="{FF2B5EF4-FFF2-40B4-BE49-F238E27FC236}">
                  <a16:creationId xmlns:a16="http://schemas.microsoft.com/office/drawing/2014/main" id="{A27F885A-1D7F-4193-80F4-D61903CE9B3E}"/>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69" name="フリーフォーム: 図形 68">
              <a:extLst>
                <a:ext uri="{FF2B5EF4-FFF2-40B4-BE49-F238E27FC236}">
                  <a16:creationId xmlns:a16="http://schemas.microsoft.com/office/drawing/2014/main" id="{D101226C-2A26-4519-A837-235040FF0AE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70" name="フリーフォーム: 図形 69">
              <a:extLst>
                <a:ext uri="{FF2B5EF4-FFF2-40B4-BE49-F238E27FC236}">
                  <a16:creationId xmlns:a16="http://schemas.microsoft.com/office/drawing/2014/main" id="{BD05A569-1B6E-4DA4-9155-8A9D3ACEE854}"/>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71" name="フリーフォーム: 図形 70">
              <a:extLst>
                <a:ext uri="{FF2B5EF4-FFF2-40B4-BE49-F238E27FC236}">
                  <a16:creationId xmlns:a16="http://schemas.microsoft.com/office/drawing/2014/main" id="{CED99FC5-FDD3-4247-9DF5-7A5F2732F6E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72" name="フリーフォーム: 図形 71">
              <a:extLst>
                <a:ext uri="{FF2B5EF4-FFF2-40B4-BE49-F238E27FC236}">
                  <a16:creationId xmlns:a16="http://schemas.microsoft.com/office/drawing/2014/main" id="{6D91FCA8-E05E-441A-972E-80BAF2E084C1}"/>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73" name="フリーフォーム: 図形 72">
              <a:extLst>
                <a:ext uri="{FF2B5EF4-FFF2-40B4-BE49-F238E27FC236}">
                  <a16:creationId xmlns:a16="http://schemas.microsoft.com/office/drawing/2014/main" id="{803B9A90-3401-48EB-BA6B-B7EB7FCA5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74" name="フリーフォーム: 図形 73">
              <a:extLst>
                <a:ext uri="{FF2B5EF4-FFF2-40B4-BE49-F238E27FC236}">
                  <a16:creationId xmlns:a16="http://schemas.microsoft.com/office/drawing/2014/main" id="{42CF9D03-DDF7-4841-A0D3-B1BC661DBD9A}"/>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5" name="フリーフォーム: 図形 74">
              <a:extLst>
                <a:ext uri="{FF2B5EF4-FFF2-40B4-BE49-F238E27FC236}">
                  <a16:creationId xmlns:a16="http://schemas.microsoft.com/office/drawing/2014/main" id="{67C3BFF3-0AA2-40E3-83B7-47BD63F45380}"/>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76" name="フリーフォーム: 図形 75">
              <a:extLst>
                <a:ext uri="{FF2B5EF4-FFF2-40B4-BE49-F238E27FC236}">
                  <a16:creationId xmlns:a16="http://schemas.microsoft.com/office/drawing/2014/main" id="{5B10DF58-E06C-49FE-8DAF-7A46479548C3}"/>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7" name="フリーフォーム: 図形 76">
              <a:extLst>
                <a:ext uri="{FF2B5EF4-FFF2-40B4-BE49-F238E27FC236}">
                  <a16:creationId xmlns:a16="http://schemas.microsoft.com/office/drawing/2014/main" id="{FF2C431C-A2D3-479C-B7E3-23CC8D9A7443}"/>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78" name="フリーフォーム: 図形 77">
              <a:extLst>
                <a:ext uri="{FF2B5EF4-FFF2-40B4-BE49-F238E27FC236}">
                  <a16:creationId xmlns:a16="http://schemas.microsoft.com/office/drawing/2014/main" id="{5ED11B04-92E9-4EA8-945B-A5678684BC9F}"/>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79" name="フリーフォーム: 図形 78">
              <a:extLst>
                <a:ext uri="{FF2B5EF4-FFF2-40B4-BE49-F238E27FC236}">
                  <a16:creationId xmlns:a16="http://schemas.microsoft.com/office/drawing/2014/main" id="{991F5944-29BB-4124-A9A6-7560D5A99E80}"/>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80" name="フリーフォーム: 図形 79">
              <a:extLst>
                <a:ext uri="{FF2B5EF4-FFF2-40B4-BE49-F238E27FC236}">
                  <a16:creationId xmlns:a16="http://schemas.microsoft.com/office/drawing/2014/main" id="{32C2910A-E79C-4D86-BD0E-D07C3DFEAFA5}"/>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81" name="フリーフォーム: 図形 80">
              <a:extLst>
                <a:ext uri="{FF2B5EF4-FFF2-40B4-BE49-F238E27FC236}">
                  <a16:creationId xmlns:a16="http://schemas.microsoft.com/office/drawing/2014/main" id="{FB38CD4F-DCB3-46CA-8A6A-1D14B197F0A9}"/>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2" name="フリーフォーム: 図形 81">
              <a:extLst>
                <a:ext uri="{FF2B5EF4-FFF2-40B4-BE49-F238E27FC236}">
                  <a16:creationId xmlns:a16="http://schemas.microsoft.com/office/drawing/2014/main" id="{D2B9C5BA-1D63-4D04-A266-4DC78973CC7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3" name="フリーフォーム: 図形 82">
              <a:extLst>
                <a:ext uri="{FF2B5EF4-FFF2-40B4-BE49-F238E27FC236}">
                  <a16:creationId xmlns:a16="http://schemas.microsoft.com/office/drawing/2014/main" id="{943FEDB7-B815-4C04-914E-7CAE5E7029AD}"/>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D85EA428-1DA7-4EB4-8EB6-3485C9E11465}"/>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B31E4A08-B394-4F75-B68E-15520D08CD71}"/>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86" name="フリーフォーム: 図形 85">
              <a:extLst>
                <a:ext uri="{FF2B5EF4-FFF2-40B4-BE49-F238E27FC236}">
                  <a16:creationId xmlns:a16="http://schemas.microsoft.com/office/drawing/2014/main" id="{F9722719-A3FE-4314-9A83-BC33803DE1F8}"/>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87" name="フリーフォーム: 図形 86">
              <a:extLst>
                <a:ext uri="{FF2B5EF4-FFF2-40B4-BE49-F238E27FC236}">
                  <a16:creationId xmlns:a16="http://schemas.microsoft.com/office/drawing/2014/main" id="{D22BD5E1-D47F-49C9-9500-3C2FC9C85542}"/>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88" name="フリーフォーム: 図形 87">
              <a:extLst>
                <a:ext uri="{FF2B5EF4-FFF2-40B4-BE49-F238E27FC236}">
                  <a16:creationId xmlns:a16="http://schemas.microsoft.com/office/drawing/2014/main" id="{12953726-7719-4926-85C8-F9C02E1E221C}"/>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89" name="フリーフォーム: 図形 88">
              <a:extLst>
                <a:ext uri="{FF2B5EF4-FFF2-40B4-BE49-F238E27FC236}">
                  <a16:creationId xmlns:a16="http://schemas.microsoft.com/office/drawing/2014/main" id="{86B21B39-AFA7-4631-9927-FDFE7BA25647}"/>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90" name="フリーフォーム: 図形 89">
              <a:extLst>
                <a:ext uri="{FF2B5EF4-FFF2-40B4-BE49-F238E27FC236}">
                  <a16:creationId xmlns:a16="http://schemas.microsoft.com/office/drawing/2014/main" id="{DC8FCD10-E43E-4C69-AC69-AD0FF7DA068F}"/>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91" name="フリーフォーム: 図形 90">
              <a:extLst>
                <a:ext uri="{FF2B5EF4-FFF2-40B4-BE49-F238E27FC236}">
                  <a16:creationId xmlns:a16="http://schemas.microsoft.com/office/drawing/2014/main" id="{09733370-ECEF-4134-A5CB-69BE16B19A94}"/>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Tree>
    <p:extLst>
      <p:ext uri="{BB962C8B-B14F-4D97-AF65-F5344CB8AC3E}">
        <p14:creationId xmlns:p14="http://schemas.microsoft.com/office/powerpoint/2010/main" val="2851924391"/>
      </p:ext>
    </p:extLst>
  </p:cSld>
  <p:clrMapOvr>
    <a:masterClrMapping/>
  </p:clrMapOvr>
  <p:extLst>
    <p:ext uri="{DCECCB84-F9BA-43D5-87BE-67443E8EF086}">
      <p15:sldGuideLst xmlns:p15="http://schemas.microsoft.com/office/powerpoint/2012/main">
        <p15:guide id="1" pos="2880">
          <p15:clr>
            <a:srgbClr val="FBAE40"/>
          </p15:clr>
        </p15:guide>
        <p15:guide id="2" orient="horz" pos="16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1_最終ページ">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F3F3C441-F0D8-2DB3-B2D0-98CD7DBEF3B2}"/>
              </a:ext>
            </a:extLst>
          </p:cNvPr>
          <p:cNvSpPr/>
          <p:nvPr userDrawn="1"/>
        </p:nvSpPr>
        <p:spPr>
          <a:xfrm>
            <a:off x="0" y="-23387"/>
            <a:ext cx="9144000"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2" name="グラフィックス 65">
            <a:extLst>
              <a:ext uri="{FF2B5EF4-FFF2-40B4-BE49-F238E27FC236}">
                <a16:creationId xmlns:a16="http://schemas.microsoft.com/office/drawing/2014/main" id="{5B4C66C5-79ED-4A2B-A7F6-A06F8800991F}"/>
              </a:ext>
            </a:extLst>
          </p:cNvPr>
          <p:cNvGrpSpPr/>
          <p:nvPr userDrawn="1"/>
        </p:nvGrpSpPr>
        <p:grpSpPr>
          <a:xfrm>
            <a:off x="3222111" y="2205113"/>
            <a:ext cx="2699779" cy="733274"/>
            <a:chOff x="3691731" y="3246312"/>
            <a:chExt cx="3270028" cy="888156"/>
          </a:xfrm>
        </p:grpSpPr>
        <p:sp>
          <p:nvSpPr>
            <p:cNvPr id="33" name="フリーフォーム: 図形 32">
              <a:extLst>
                <a:ext uri="{FF2B5EF4-FFF2-40B4-BE49-F238E27FC236}">
                  <a16:creationId xmlns:a16="http://schemas.microsoft.com/office/drawing/2014/main" id="{F4C73BCE-29A4-45D4-9496-7DEB699C1229}"/>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64" name="フリーフォーム: 図形 63">
              <a:extLst>
                <a:ext uri="{FF2B5EF4-FFF2-40B4-BE49-F238E27FC236}">
                  <a16:creationId xmlns:a16="http://schemas.microsoft.com/office/drawing/2014/main" id="{AC3272AE-86F1-478A-8500-E33E232DAE5F}"/>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65" name="フリーフォーム: 図形 64">
              <a:extLst>
                <a:ext uri="{FF2B5EF4-FFF2-40B4-BE49-F238E27FC236}">
                  <a16:creationId xmlns:a16="http://schemas.microsoft.com/office/drawing/2014/main" id="{63145313-7D8D-4FB2-8AD8-0345402E5E42}"/>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66" name="フリーフォーム: 図形 65">
              <a:extLst>
                <a:ext uri="{FF2B5EF4-FFF2-40B4-BE49-F238E27FC236}">
                  <a16:creationId xmlns:a16="http://schemas.microsoft.com/office/drawing/2014/main" id="{AC4A067B-0E33-4A3D-AAF2-E8C0A270F65C}"/>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67" name="フリーフォーム: 図形 66">
              <a:extLst>
                <a:ext uri="{FF2B5EF4-FFF2-40B4-BE49-F238E27FC236}">
                  <a16:creationId xmlns:a16="http://schemas.microsoft.com/office/drawing/2014/main" id="{D447FB87-AC21-4F8A-8891-A8AFE59F8E83}"/>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68" name="フリーフォーム: 図形 67">
              <a:extLst>
                <a:ext uri="{FF2B5EF4-FFF2-40B4-BE49-F238E27FC236}">
                  <a16:creationId xmlns:a16="http://schemas.microsoft.com/office/drawing/2014/main" id="{A27F885A-1D7F-4193-80F4-D61903CE9B3E}"/>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69" name="フリーフォーム: 図形 68">
              <a:extLst>
                <a:ext uri="{FF2B5EF4-FFF2-40B4-BE49-F238E27FC236}">
                  <a16:creationId xmlns:a16="http://schemas.microsoft.com/office/drawing/2014/main" id="{D101226C-2A26-4519-A837-235040FF0AE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70" name="フリーフォーム: 図形 69">
              <a:extLst>
                <a:ext uri="{FF2B5EF4-FFF2-40B4-BE49-F238E27FC236}">
                  <a16:creationId xmlns:a16="http://schemas.microsoft.com/office/drawing/2014/main" id="{BD05A569-1B6E-4DA4-9155-8A9D3ACEE854}"/>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71" name="フリーフォーム: 図形 70">
              <a:extLst>
                <a:ext uri="{FF2B5EF4-FFF2-40B4-BE49-F238E27FC236}">
                  <a16:creationId xmlns:a16="http://schemas.microsoft.com/office/drawing/2014/main" id="{CED99FC5-FDD3-4247-9DF5-7A5F2732F6E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72" name="フリーフォーム: 図形 71">
              <a:extLst>
                <a:ext uri="{FF2B5EF4-FFF2-40B4-BE49-F238E27FC236}">
                  <a16:creationId xmlns:a16="http://schemas.microsoft.com/office/drawing/2014/main" id="{6D91FCA8-E05E-441A-972E-80BAF2E084C1}"/>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73" name="フリーフォーム: 図形 72">
              <a:extLst>
                <a:ext uri="{FF2B5EF4-FFF2-40B4-BE49-F238E27FC236}">
                  <a16:creationId xmlns:a16="http://schemas.microsoft.com/office/drawing/2014/main" id="{803B9A90-3401-48EB-BA6B-B7EB7FCA5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74" name="フリーフォーム: 図形 73">
              <a:extLst>
                <a:ext uri="{FF2B5EF4-FFF2-40B4-BE49-F238E27FC236}">
                  <a16:creationId xmlns:a16="http://schemas.microsoft.com/office/drawing/2014/main" id="{42CF9D03-DDF7-4841-A0D3-B1BC661DBD9A}"/>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5" name="フリーフォーム: 図形 74">
              <a:extLst>
                <a:ext uri="{FF2B5EF4-FFF2-40B4-BE49-F238E27FC236}">
                  <a16:creationId xmlns:a16="http://schemas.microsoft.com/office/drawing/2014/main" id="{67C3BFF3-0AA2-40E3-83B7-47BD63F45380}"/>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76" name="フリーフォーム: 図形 75">
              <a:extLst>
                <a:ext uri="{FF2B5EF4-FFF2-40B4-BE49-F238E27FC236}">
                  <a16:creationId xmlns:a16="http://schemas.microsoft.com/office/drawing/2014/main" id="{5B10DF58-E06C-49FE-8DAF-7A46479548C3}"/>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7" name="フリーフォーム: 図形 76">
              <a:extLst>
                <a:ext uri="{FF2B5EF4-FFF2-40B4-BE49-F238E27FC236}">
                  <a16:creationId xmlns:a16="http://schemas.microsoft.com/office/drawing/2014/main" id="{FF2C431C-A2D3-479C-B7E3-23CC8D9A7443}"/>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78" name="フリーフォーム: 図形 77">
              <a:extLst>
                <a:ext uri="{FF2B5EF4-FFF2-40B4-BE49-F238E27FC236}">
                  <a16:creationId xmlns:a16="http://schemas.microsoft.com/office/drawing/2014/main" id="{5ED11B04-92E9-4EA8-945B-A5678684BC9F}"/>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79" name="フリーフォーム: 図形 78">
              <a:extLst>
                <a:ext uri="{FF2B5EF4-FFF2-40B4-BE49-F238E27FC236}">
                  <a16:creationId xmlns:a16="http://schemas.microsoft.com/office/drawing/2014/main" id="{991F5944-29BB-4124-A9A6-7560D5A99E80}"/>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80" name="フリーフォーム: 図形 79">
              <a:extLst>
                <a:ext uri="{FF2B5EF4-FFF2-40B4-BE49-F238E27FC236}">
                  <a16:creationId xmlns:a16="http://schemas.microsoft.com/office/drawing/2014/main" id="{32C2910A-E79C-4D86-BD0E-D07C3DFEAFA5}"/>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81" name="フリーフォーム: 図形 80">
              <a:extLst>
                <a:ext uri="{FF2B5EF4-FFF2-40B4-BE49-F238E27FC236}">
                  <a16:creationId xmlns:a16="http://schemas.microsoft.com/office/drawing/2014/main" id="{FB38CD4F-DCB3-46CA-8A6A-1D14B197F0A9}"/>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2" name="フリーフォーム: 図形 81">
              <a:extLst>
                <a:ext uri="{FF2B5EF4-FFF2-40B4-BE49-F238E27FC236}">
                  <a16:creationId xmlns:a16="http://schemas.microsoft.com/office/drawing/2014/main" id="{D2B9C5BA-1D63-4D04-A266-4DC78973CC7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3" name="フリーフォーム: 図形 82">
              <a:extLst>
                <a:ext uri="{FF2B5EF4-FFF2-40B4-BE49-F238E27FC236}">
                  <a16:creationId xmlns:a16="http://schemas.microsoft.com/office/drawing/2014/main" id="{943FEDB7-B815-4C04-914E-7CAE5E7029AD}"/>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D85EA428-1DA7-4EB4-8EB6-3485C9E11465}"/>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B31E4A08-B394-4F75-B68E-15520D08CD71}"/>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86" name="フリーフォーム: 図形 85">
              <a:extLst>
                <a:ext uri="{FF2B5EF4-FFF2-40B4-BE49-F238E27FC236}">
                  <a16:creationId xmlns:a16="http://schemas.microsoft.com/office/drawing/2014/main" id="{F9722719-A3FE-4314-9A83-BC33803DE1F8}"/>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87" name="フリーフォーム: 図形 86">
              <a:extLst>
                <a:ext uri="{FF2B5EF4-FFF2-40B4-BE49-F238E27FC236}">
                  <a16:creationId xmlns:a16="http://schemas.microsoft.com/office/drawing/2014/main" id="{D22BD5E1-D47F-49C9-9500-3C2FC9C85542}"/>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88" name="フリーフォーム: 図形 87">
              <a:extLst>
                <a:ext uri="{FF2B5EF4-FFF2-40B4-BE49-F238E27FC236}">
                  <a16:creationId xmlns:a16="http://schemas.microsoft.com/office/drawing/2014/main" id="{12953726-7719-4926-85C8-F9C02E1E221C}"/>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89" name="フリーフォーム: 図形 88">
              <a:extLst>
                <a:ext uri="{FF2B5EF4-FFF2-40B4-BE49-F238E27FC236}">
                  <a16:creationId xmlns:a16="http://schemas.microsoft.com/office/drawing/2014/main" id="{86B21B39-AFA7-4631-9927-FDFE7BA25647}"/>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90" name="フリーフォーム: 図形 89">
              <a:extLst>
                <a:ext uri="{FF2B5EF4-FFF2-40B4-BE49-F238E27FC236}">
                  <a16:creationId xmlns:a16="http://schemas.microsoft.com/office/drawing/2014/main" id="{DC8FCD10-E43E-4C69-AC69-AD0FF7DA068F}"/>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91" name="フリーフォーム: 図形 90">
              <a:extLst>
                <a:ext uri="{FF2B5EF4-FFF2-40B4-BE49-F238E27FC236}">
                  <a16:creationId xmlns:a16="http://schemas.microsoft.com/office/drawing/2014/main" id="{09733370-ECEF-4134-A5CB-69BE16B19A94}"/>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
        <p:nvSpPr>
          <p:cNvPr id="3" name="正方形/長方形 2">
            <a:extLst>
              <a:ext uri="{FF2B5EF4-FFF2-40B4-BE49-F238E27FC236}">
                <a16:creationId xmlns:a16="http://schemas.microsoft.com/office/drawing/2014/main" id="{DA70C761-19D2-42AA-1CFA-E26BF725C0F0}"/>
              </a:ext>
            </a:extLst>
          </p:cNvPr>
          <p:cNvSpPr/>
          <p:nvPr userDrawn="1"/>
        </p:nvSpPr>
        <p:spPr>
          <a:xfrm>
            <a:off x="87399" y="64087"/>
            <a:ext cx="8856984" cy="496855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6F117BD6-E42A-5D0D-C312-DEF5C30D4AF3}"/>
              </a:ext>
            </a:extLst>
          </p:cNvPr>
          <p:cNvSpPr txBox="1"/>
          <p:nvPr userDrawn="1"/>
        </p:nvSpPr>
        <p:spPr>
          <a:xfrm>
            <a:off x="1833953" y="80314"/>
            <a:ext cx="5617415" cy="311752"/>
          </a:xfrm>
          <a:prstGeom prst="rect">
            <a:avLst/>
          </a:prstGeom>
          <a:noFill/>
        </p:spPr>
        <p:txBody>
          <a:bodyPr wrap="square" rtlCol="0">
            <a:spAutoFit/>
          </a:bodyPr>
          <a:lstStyle/>
          <a:p>
            <a:r>
              <a:rPr kumimoji="1" lang="en-US" altLang="ja-JP" b="1"/>
              <a:t>MY ASPIRATIONS AS A MEMBER OF THE FUJIFILM GROUP</a:t>
            </a:r>
            <a:endParaRPr kumimoji="1" lang="ja-JP" altLang="en-US" b="1"/>
          </a:p>
        </p:txBody>
      </p:sp>
      <p:sp>
        <p:nvSpPr>
          <p:cNvPr id="5" name="テキスト ボックス 4">
            <a:extLst>
              <a:ext uri="{FF2B5EF4-FFF2-40B4-BE49-F238E27FC236}">
                <a16:creationId xmlns:a16="http://schemas.microsoft.com/office/drawing/2014/main" id="{869F0DCC-B8A4-9381-C995-EC9522EA3EBB}"/>
              </a:ext>
            </a:extLst>
          </p:cNvPr>
          <p:cNvSpPr txBox="1"/>
          <p:nvPr userDrawn="1"/>
        </p:nvSpPr>
        <p:spPr>
          <a:xfrm>
            <a:off x="6732240" y="4674281"/>
            <a:ext cx="1243884" cy="311752"/>
          </a:xfrm>
          <a:prstGeom prst="rect">
            <a:avLst/>
          </a:prstGeom>
          <a:noFill/>
        </p:spPr>
        <p:txBody>
          <a:bodyPr wrap="square" rtlCol="0">
            <a:spAutoFit/>
          </a:bodyPr>
          <a:lstStyle/>
          <a:p>
            <a:r>
              <a:rPr kumimoji="1" lang="en-US" altLang="ja-JP" b="1"/>
              <a:t>Date:</a:t>
            </a:r>
            <a:endParaRPr kumimoji="1" lang="ja-JP" altLang="en-US" b="1"/>
          </a:p>
        </p:txBody>
      </p:sp>
      <p:sp>
        <p:nvSpPr>
          <p:cNvPr id="6" name="テキスト ボックス 5">
            <a:extLst>
              <a:ext uri="{FF2B5EF4-FFF2-40B4-BE49-F238E27FC236}">
                <a16:creationId xmlns:a16="http://schemas.microsoft.com/office/drawing/2014/main" id="{7E191F73-471A-76DA-BFDA-6D65F87AC32F}"/>
              </a:ext>
            </a:extLst>
          </p:cNvPr>
          <p:cNvSpPr txBox="1"/>
          <p:nvPr userDrawn="1"/>
        </p:nvSpPr>
        <p:spPr>
          <a:xfrm>
            <a:off x="88256" y="4649409"/>
            <a:ext cx="1243884" cy="311752"/>
          </a:xfrm>
          <a:prstGeom prst="rect">
            <a:avLst/>
          </a:prstGeom>
          <a:noFill/>
        </p:spPr>
        <p:txBody>
          <a:bodyPr wrap="square" rtlCol="0">
            <a:spAutoFit/>
          </a:bodyPr>
          <a:lstStyle/>
          <a:p>
            <a:r>
              <a:rPr kumimoji="1" lang="en-US" altLang="ja-JP" b="1"/>
              <a:t>Name: </a:t>
            </a:r>
            <a:endParaRPr kumimoji="1" lang="ja-JP" altLang="en-US" b="1"/>
          </a:p>
        </p:txBody>
      </p:sp>
    </p:spTree>
    <p:extLst>
      <p:ext uri="{BB962C8B-B14F-4D97-AF65-F5344CB8AC3E}">
        <p14:creationId xmlns:p14="http://schemas.microsoft.com/office/powerpoint/2010/main" val="1977040208"/>
      </p:ext>
    </p:extLst>
  </p:cSld>
  <p:clrMapOvr>
    <a:masterClrMapping/>
  </p:clrMapOvr>
  <p:extLst>
    <p:ext uri="{DCECCB84-F9BA-43D5-87BE-67443E8EF086}">
      <p15:sldGuideLst xmlns:p15="http://schemas.microsoft.com/office/powerpoint/2012/main">
        <p15:guide id="1" pos="2880">
          <p15:clr>
            <a:srgbClr val="FBAE40"/>
          </p15:clr>
        </p15:guide>
        <p15:guide id="2" orient="horz" pos="16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5_タイトル スライド">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0584D6-7AA9-4101-8BA9-20460092E938}" type="datetime1">
              <a:rPr kumimoji="1" lang="ja-JP" altLang="en-US" smtClean="0"/>
              <a:t>2026/4/15</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Tree>
    <p:extLst>
      <p:ext uri="{BB962C8B-B14F-4D97-AF65-F5344CB8AC3E}">
        <p14:creationId xmlns:p14="http://schemas.microsoft.com/office/powerpoint/2010/main" val="344339455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6_表紙1">
    <p:spTree>
      <p:nvGrpSpPr>
        <p:cNvPr id="1" name=""/>
        <p:cNvGrpSpPr/>
        <p:nvPr/>
      </p:nvGrpSpPr>
      <p:grpSpPr>
        <a:xfrm>
          <a:off x="0" y="0"/>
          <a:ext cx="0" cy="0"/>
          <a:chOff x="0" y="0"/>
          <a:chExt cx="0" cy="0"/>
        </a:xfrm>
      </p:grpSpPr>
      <p:pic>
        <p:nvPicPr>
          <p:cNvPr id="50" name="図 49">
            <a:extLst>
              <a:ext uri="{FF2B5EF4-FFF2-40B4-BE49-F238E27FC236}">
                <a16:creationId xmlns:a16="http://schemas.microsoft.com/office/drawing/2014/main" id="{0780C5E5-2B04-4562-8856-ED7B050FF60C}"/>
              </a:ext>
            </a:extLst>
          </p:cNvPr>
          <p:cNvPicPr>
            <a:picLocks noChangeAspect="1"/>
          </p:cNvPicPr>
          <p:nvPr userDrawn="1"/>
        </p:nvPicPr>
        <p:blipFill>
          <a:blip r:embed="rId2"/>
          <a:stretch>
            <a:fillRect/>
          </a:stretch>
        </p:blipFill>
        <p:spPr>
          <a:xfrm>
            <a:off x="0" y="0"/>
            <a:ext cx="9144000" cy="1970532"/>
          </a:xfrm>
          <a:prstGeom prst="rect">
            <a:avLst/>
          </a:prstGeom>
        </p:spPr>
      </p:pic>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spTree>
    <p:extLst>
      <p:ext uri="{BB962C8B-B14F-4D97-AF65-F5344CB8AC3E}">
        <p14:creationId xmlns:p14="http://schemas.microsoft.com/office/powerpoint/2010/main" val="342321529"/>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1169055444"/>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576A2-D405-F79F-1C4F-85D8DF1CE243}"/>
              </a:ext>
            </a:extLst>
          </p:cNvPr>
          <p:cNvSpPr>
            <a:spLocks noGrp="1"/>
          </p:cNvSpPr>
          <p:nvPr>
            <p:ph type="title"/>
          </p:nvPr>
        </p:nvSpPr>
        <p:spPr/>
        <p:txBody>
          <a:body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C5DACFB4-1159-C145-97EA-C7DAC87982FA}"/>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25355918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6_表紙1">
    <p:spTree>
      <p:nvGrpSpPr>
        <p:cNvPr id="1" name=""/>
        <p:cNvGrpSpPr/>
        <p:nvPr/>
      </p:nvGrpSpPr>
      <p:grpSpPr>
        <a:xfrm>
          <a:off x="0" y="0"/>
          <a:ext cx="0" cy="0"/>
          <a:chOff x="0" y="0"/>
          <a:chExt cx="0" cy="0"/>
        </a:xfrm>
      </p:grpSpPr>
      <p:pic>
        <p:nvPicPr>
          <p:cNvPr id="50" name="図 49">
            <a:extLst>
              <a:ext uri="{FF2B5EF4-FFF2-40B4-BE49-F238E27FC236}">
                <a16:creationId xmlns:a16="http://schemas.microsoft.com/office/drawing/2014/main" id="{0780C5E5-2B04-4562-8856-ED7B050FF60C}"/>
              </a:ext>
            </a:extLst>
          </p:cNvPr>
          <p:cNvPicPr>
            <a:picLocks noChangeAspect="1"/>
          </p:cNvPicPr>
          <p:nvPr userDrawn="1"/>
        </p:nvPicPr>
        <p:blipFill>
          <a:blip r:embed="rId2"/>
          <a:stretch>
            <a:fillRect/>
          </a:stretch>
        </p:blipFill>
        <p:spPr>
          <a:xfrm>
            <a:off x="0" y="0"/>
            <a:ext cx="9144000" cy="1970532"/>
          </a:xfrm>
          <a:prstGeom prst="rect">
            <a:avLst/>
          </a:prstGeom>
        </p:spPr>
      </p:pic>
      <p:grpSp>
        <p:nvGrpSpPr>
          <p:cNvPr id="99" name="グラフィックス 65">
            <a:extLst>
              <a:ext uri="{FF2B5EF4-FFF2-40B4-BE49-F238E27FC236}">
                <a16:creationId xmlns:a16="http://schemas.microsoft.com/office/drawing/2014/main" id="{014927BE-EFE5-4AB8-938F-5EBE537E5FAB}"/>
              </a:ext>
            </a:extLst>
          </p:cNvPr>
          <p:cNvGrpSpPr/>
          <p:nvPr userDrawn="1"/>
        </p:nvGrpSpPr>
        <p:grpSpPr>
          <a:xfrm>
            <a:off x="7377508" y="4503611"/>
            <a:ext cx="1040691" cy="282657"/>
            <a:chOff x="3691731" y="3246312"/>
            <a:chExt cx="3270028" cy="888156"/>
          </a:xfrm>
        </p:grpSpPr>
        <p:sp>
          <p:nvSpPr>
            <p:cNvPr id="100" name="フリーフォーム: 図形 99">
              <a:extLst>
                <a:ext uri="{FF2B5EF4-FFF2-40B4-BE49-F238E27FC236}">
                  <a16:creationId xmlns:a16="http://schemas.microsoft.com/office/drawing/2014/main" id="{F2AFFBF7-4A67-4D83-A3AF-D5B5211BB9AC}"/>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101" name="フリーフォーム: 図形 100">
              <a:extLst>
                <a:ext uri="{FF2B5EF4-FFF2-40B4-BE49-F238E27FC236}">
                  <a16:creationId xmlns:a16="http://schemas.microsoft.com/office/drawing/2014/main" id="{B70DE1B9-844D-4222-B960-FA9D0F97E06E}"/>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102" name="フリーフォーム: 図形 101">
              <a:extLst>
                <a:ext uri="{FF2B5EF4-FFF2-40B4-BE49-F238E27FC236}">
                  <a16:creationId xmlns:a16="http://schemas.microsoft.com/office/drawing/2014/main" id="{230110F4-D8B8-4763-B2CA-79EFCA190E47}"/>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103" name="フリーフォーム: 図形 102">
              <a:extLst>
                <a:ext uri="{FF2B5EF4-FFF2-40B4-BE49-F238E27FC236}">
                  <a16:creationId xmlns:a16="http://schemas.microsoft.com/office/drawing/2014/main" id="{4705982E-FF9D-4FA6-B7F8-C89EC6524DE5}"/>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104" name="フリーフォーム: 図形 103">
              <a:extLst>
                <a:ext uri="{FF2B5EF4-FFF2-40B4-BE49-F238E27FC236}">
                  <a16:creationId xmlns:a16="http://schemas.microsoft.com/office/drawing/2014/main" id="{CE1B8796-19A5-4BFE-BF3C-2637ECA90836}"/>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105" name="フリーフォーム: 図形 104">
              <a:extLst>
                <a:ext uri="{FF2B5EF4-FFF2-40B4-BE49-F238E27FC236}">
                  <a16:creationId xmlns:a16="http://schemas.microsoft.com/office/drawing/2014/main" id="{B92887FF-9D4B-4D2B-95D2-6D8F3DA86386}"/>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106" name="フリーフォーム: 図形 105">
              <a:extLst>
                <a:ext uri="{FF2B5EF4-FFF2-40B4-BE49-F238E27FC236}">
                  <a16:creationId xmlns:a16="http://schemas.microsoft.com/office/drawing/2014/main" id="{B1417523-6F68-4518-8EC0-8EB22DB6D18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107" name="フリーフォーム: 図形 106">
              <a:extLst>
                <a:ext uri="{FF2B5EF4-FFF2-40B4-BE49-F238E27FC236}">
                  <a16:creationId xmlns:a16="http://schemas.microsoft.com/office/drawing/2014/main" id="{E953A311-FE44-4881-A96A-B0FDB7324661}"/>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108" name="フリーフォーム: 図形 107">
              <a:extLst>
                <a:ext uri="{FF2B5EF4-FFF2-40B4-BE49-F238E27FC236}">
                  <a16:creationId xmlns:a16="http://schemas.microsoft.com/office/drawing/2014/main" id="{E9A9CAB2-877F-4A2D-A11F-EA03CB7632D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109" name="フリーフォーム: 図形 108">
              <a:extLst>
                <a:ext uri="{FF2B5EF4-FFF2-40B4-BE49-F238E27FC236}">
                  <a16:creationId xmlns:a16="http://schemas.microsoft.com/office/drawing/2014/main" id="{A52C70FA-7504-4717-97CA-8B7A9C4C7BD5}"/>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110" name="フリーフォーム: 図形 109">
              <a:extLst>
                <a:ext uri="{FF2B5EF4-FFF2-40B4-BE49-F238E27FC236}">
                  <a16:creationId xmlns:a16="http://schemas.microsoft.com/office/drawing/2014/main" id="{B5458FA5-5F55-49D8-AC8E-4F7D1F712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111" name="フリーフォーム: 図形 110">
              <a:extLst>
                <a:ext uri="{FF2B5EF4-FFF2-40B4-BE49-F238E27FC236}">
                  <a16:creationId xmlns:a16="http://schemas.microsoft.com/office/drawing/2014/main" id="{768DA856-EF3C-4CFC-ADA1-ACA9E6939E05}"/>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2" name="フリーフォーム: 図形 111">
              <a:extLst>
                <a:ext uri="{FF2B5EF4-FFF2-40B4-BE49-F238E27FC236}">
                  <a16:creationId xmlns:a16="http://schemas.microsoft.com/office/drawing/2014/main" id="{895A99B9-E656-41FF-A3BF-9E7E87D2CA42}"/>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113" name="フリーフォーム: 図形 112">
              <a:extLst>
                <a:ext uri="{FF2B5EF4-FFF2-40B4-BE49-F238E27FC236}">
                  <a16:creationId xmlns:a16="http://schemas.microsoft.com/office/drawing/2014/main" id="{15C36535-3970-4379-A377-BB844F981739}"/>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114" name="フリーフォーム: 図形 113">
              <a:extLst>
                <a:ext uri="{FF2B5EF4-FFF2-40B4-BE49-F238E27FC236}">
                  <a16:creationId xmlns:a16="http://schemas.microsoft.com/office/drawing/2014/main" id="{2AB7E537-178D-45B6-BFE5-3A118701A2E2}"/>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115" name="フリーフォーム: 図形 114">
              <a:extLst>
                <a:ext uri="{FF2B5EF4-FFF2-40B4-BE49-F238E27FC236}">
                  <a16:creationId xmlns:a16="http://schemas.microsoft.com/office/drawing/2014/main" id="{922F4322-1754-42E3-BBCB-DEB032059D80}"/>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116" name="フリーフォーム: 図形 115">
              <a:extLst>
                <a:ext uri="{FF2B5EF4-FFF2-40B4-BE49-F238E27FC236}">
                  <a16:creationId xmlns:a16="http://schemas.microsoft.com/office/drawing/2014/main" id="{A2F9C92E-777F-48BF-AEF0-54FB7ECDA3C9}"/>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117" name="フリーフォーム: 図形 116">
              <a:extLst>
                <a:ext uri="{FF2B5EF4-FFF2-40B4-BE49-F238E27FC236}">
                  <a16:creationId xmlns:a16="http://schemas.microsoft.com/office/drawing/2014/main" id="{8ACAF19E-D12D-4830-BECA-AB76B60E1133}"/>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118" name="フリーフォーム: 図形 117">
              <a:extLst>
                <a:ext uri="{FF2B5EF4-FFF2-40B4-BE49-F238E27FC236}">
                  <a16:creationId xmlns:a16="http://schemas.microsoft.com/office/drawing/2014/main" id="{5D664E0B-EB5F-4655-82EE-A1F721BCBCC4}"/>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19" name="フリーフォーム: 図形 118">
              <a:extLst>
                <a:ext uri="{FF2B5EF4-FFF2-40B4-BE49-F238E27FC236}">
                  <a16:creationId xmlns:a16="http://schemas.microsoft.com/office/drawing/2014/main" id="{645C2CA1-69D6-46D4-A78F-F6DBDD8D2C5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0" name="フリーフォーム: 図形 119">
              <a:extLst>
                <a:ext uri="{FF2B5EF4-FFF2-40B4-BE49-F238E27FC236}">
                  <a16:creationId xmlns:a16="http://schemas.microsoft.com/office/drawing/2014/main" id="{3D328ADF-D106-4F66-A7FC-8D9277253D32}"/>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121" name="フリーフォーム: 図形 120">
              <a:extLst>
                <a:ext uri="{FF2B5EF4-FFF2-40B4-BE49-F238E27FC236}">
                  <a16:creationId xmlns:a16="http://schemas.microsoft.com/office/drawing/2014/main" id="{A8DB1DCE-70E7-44BF-9626-7C41D2E2864B}"/>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122" name="フリーフォーム: 図形 121">
              <a:extLst>
                <a:ext uri="{FF2B5EF4-FFF2-40B4-BE49-F238E27FC236}">
                  <a16:creationId xmlns:a16="http://schemas.microsoft.com/office/drawing/2014/main" id="{9C919C5F-FA02-4575-A8A0-F722E09BFB2C}"/>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123" name="フリーフォーム: 図形 122">
              <a:extLst>
                <a:ext uri="{FF2B5EF4-FFF2-40B4-BE49-F238E27FC236}">
                  <a16:creationId xmlns:a16="http://schemas.microsoft.com/office/drawing/2014/main" id="{692099E5-6E4A-4A8C-8C8D-732ED63B402E}"/>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124" name="フリーフォーム: 図形 123">
              <a:extLst>
                <a:ext uri="{FF2B5EF4-FFF2-40B4-BE49-F238E27FC236}">
                  <a16:creationId xmlns:a16="http://schemas.microsoft.com/office/drawing/2014/main" id="{02A8F530-D97C-43DA-BD7A-6B1FD5072ED0}"/>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125" name="フリーフォーム: 図形 124">
              <a:extLst>
                <a:ext uri="{FF2B5EF4-FFF2-40B4-BE49-F238E27FC236}">
                  <a16:creationId xmlns:a16="http://schemas.microsoft.com/office/drawing/2014/main" id="{A3F4D9D9-B846-4315-A789-F70F23AD1CE2}"/>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126" name="フリーフォーム: 図形 125">
              <a:extLst>
                <a:ext uri="{FF2B5EF4-FFF2-40B4-BE49-F238E27FC236}">
                  <a16:creationId xmlns:a16="http://schemas.microsoft.com/office/drawing/2014/main" id="{733E90D0-897B-4EE4-8FE2-B4771112896B}"/>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127" name="フリーフォーム: 図形 126">
              <a:extLst>
                <a:ext uri="{FF2B5EF4-FFF2-40B4-BE49-F238E27FC236}">
                  <a16:creationId xmlns:a16="http://schemas.microsoft.com/office/drawing/2014/main" id="{F4210549-6373-4DFB-B655-6F4402AE6852}"/>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128" name="フリーフォーム: 図形 127">
              <a:extLst>
                <a:ext uri="{FF2B5EF4-FFF2-40B4-BE49-F238E27FC236}">
                  <a16:creationId xmlns:a16="http://schemas.microsoft.com/office/drawing/2014/main" id="{5997A163-062C-463C-9983-A0E314B0B03A}"/>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pic>
        <p:nvPicPr>
          <p:cNvPr id="47" name="図 46">
            <a:extLst>
              <a:ext uri="{FF2B5EF4-FFF2-40B4-BE49-F238E27FC236}">
                <a16:creationId xmlns:a16="http://schemas.microsoft.com/office/drawing/2014/main" id="{AEA1406F-61EC-42D7-B8B4-A5C6F553043A}"/>
              </a:ext>
            </a:extLst>
          </p:cNvPr>
          <p:cNvPicPr>
            <a:picLocks/>
          </p:cNvPicPr>
          <p:nvPr userDrawn="1"/>
        </p:nvPicPr>
        <p:blipFill>
          <a:blip r:embed="rId3"/>
          <a:stretch>
            <a:fillRect/>
          </a:stretch>
        </p:blipFill>
        <p:spPr>
          <a:xfrm>
            <a:off x="7344000" y="4913394"/>
            <a:ext cx="1800000" cy="28800"/>
          </a:xfrm>
          <a:prstGeom prst="rect">
            <a:avLst/>
          </a:prstGeom>
        </p:spPr>
      </p:pic>
      <p:grpSp>
        <p:nvGrpSpPr>
          <p:cNvPr id="46" name="グループ化 45">
            <a:extLst>
              <a:ext uri="{FF2B5EF4-FFF2-40B4-BE49-F238E27FC236}">
                <a16:creationId xmlns:a16="http://schemas.microsoft.com/office/drawing/2014/main" id="{BC07DBB7-E20D-4794-8B5A-228F03131290}"/>
              </a:ext>
            </a:extLst>
          </p:cNvPr>
          <p:cNvGrpSpPr/>
          <p:nvPr userDrawn="1"/>
        </p:nvGrpSpPr>
        <p:grpSpPr>
          <a:xfrm>
            <a:off x="7298885" y="177800"/>
            <a:ext cx="1674242" cy="416854"/>
            <a:chOff x="7362825" y="177800"/>
            <a:chExt cx="1674242" cy="416854"/>
          </a:xfrm>
        </p:grpSpPr>
        <p:sp>
          <p:nvSpPr>
            <p:cNvPr id="54" name="正方形/長方形 53">
              <a:extLst>
                <a:ext uri="{FF2B5EF4-FFF2-40B4-BE49-F238E27FC236}">
                  <a16:creationId xmlns:a16="http://schemas.microsoft.com/office/drawing/2014/main" id="{98AC6F20-38A7-456A-8425-87ECA8161297}"/>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DCEFC917-A11D-4C2D-8823-5E777EA852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57" name="テキスト ボックス 56">
              <a:extLst>
                <a:ext uri="{FF2B5EF4-FFF2-40B4-BE49-F238E27FC236}">
                  <a16:creationId xmlns:a16="http://schemas.microsoft.com/office/drawing/2014/main" id="{6DC8E52D-2E59-4453-AEBB-97A252CBEE64}"/>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Prepared by:</a:t>
              </a:r>
            </a:p>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Handling:</a:t>
              </a:r>
            </a:p>
          </p:txBody>
        </p:sp>
        <p:sp>
          <p:nvSpPr>
            <p:cNvPr id="58" name="テキスト ボックス 57">
              <a:extLst>
                <a:ext uri="{FF2B5EF4-FFF2-40B4-BE49-F238E27FC236}">
                  <a16:creationId xmlns:a16="http://schemas.microsoft.com/office/drawing/2014/main" id="{5E5ABE5D-4B3B-4A6D-BF06-A613CBB91127}"/>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FBAP L&amp;D</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
        <p:nvSpPr>
          <p:cNvPr id="73" name="テキスト ボックス 72">
            <a:extLst>
              <a:ext uri="{FF2B5EF4-FFF2-40B4-BE49-F238E27FC236}">
                <a16:creationId xmlns:a16="http://schemas.microsoft.com/office/drawing/2014/main" id="{A35240E1-F331-4CD5-CA07-286ADF9EBE4B}"/>
              </a:ext>
            </a:extLst>
          </p:cNvPr>
          <p:cNvSpPr txBox="1"/>
          <p:nvPr userDrawn="1"/>
        </p:nvSpPr>
        <p:spPr>
          <a:xfrm>
            <a:off x="3076699" y="3203790"/>
            <a:ext cx="3096344" cy="646331"/>
          </a:xfrm>
          <a:prstGeom prst="rect">
            <a:avLst/>
          </a:prstGeom>
          <a:solidFill>
            <a:schemeClr val="accent2"/>
          </a:solidFill>
        </p:spPr>
        <p:txBody>
          <a:bodyPr wrap="square" rtlCol="0">
            <a:spAutoFit/>
          </a:bodyPr>
          <a:lstStyle/>
          <a:p>
            <a:pPr algn="ctr"/>
            <a:r>
              <a:rPr kumimoji="1" lang="en-US" altLang="ja-JP" sz="3600"/>
              <a:t>WORKBOOK</a:t>
            </a:r>
            <a:endParaRPr kumimoji="1" lang="ja-JP" altLang="en-US" sz="3600"/>
          </a:p>
        </p:txBody>
      </p:sp>
      <p:sp>
        <p:nvSpPr>
          <p:cNvPr id="2" name="テキスト ボックス 1">
            <a:extLst>
              <a:ext uri="{FF2B5EF4-FFF2-40B4-BE49-F238E27FC236}">
                <a16:creationId xmlns:a16="http://schemas.microsoft.com/office/drawing/2014/main" id="{FF0E3558-E897-121F-8F25-8A173EA643DF}"/>
              </a:ext>
            </a:extLst>
          </p:cNvPr>
          <p:cNvSpPr txBox="1"/>
          <p:nvPr userDrawn="1"/>
        </p:nvSpPr>
        <p:spPr>
          <a:xfrm>
            <a:off x="2716659" y="3939902"/>
            <a:ext cx="3816424" cy="311752"/>
          </a:xfrm>
          <a:prstGeom prst="rect">
            <a:avLst/>
          </a:prstGeom>
          <a:solidFill>
            <a:schemeClr val="accent3"/>
          </a:solidFill>
        </p:spPr>
        <p:txBody>
          <a:bodyPr wrap="square" rtlCol="0">
            <a:spAutoFit/>
          </a:bodyPr>
          <a:lstStyle/>
          <a:p>
            <a:endParaRPr kumimoji="1" lang="ja-JP" altLang="en-US"/>
          </a:p>
        </p:txBody>
      </p:sp>
    </p:spTree>
    <p:extLst>
      <p:ext uri="{BB962C8B-B14F-4D97-AF65-F5344CB8AC3E}">
        <p14:creationId xmlns:p14="http://schemas.microsoft.com/office/powerpoint/2010/main" val="3138825345"/>
      </p:ext>
    </p:extLst>
  </p:cSld>
  <p:clrMapOvr>
    <a:masterClrMapping/>
  </p:clrMapOvr>
  <p:extLst>
    <p:ext uri="{DCECCB84-F9BA-43D5-87BE-67443E8EF086}">
      <p15:sldGuideLst xmlns:p15="http://schemas.microsoft.com/office/powerpoint/2012/main">
        <p15:guide id="1" pos="2880">
          <p15:clr>
            <a:srgbClr val="FBAE40"/>
          </p15:clr>
        </p15:guide>
        <p15:guide id="2" pos="362">
          <p15:clr>
            <a:srgbClr val="FBAE40"/>
          </p15:clr>
        </p15:guide>
        <p15:guide id="3" pos="5299">
          <p15:clr>
            <a:srgbClr val="FBAE40"/>
          </p15:clr>
        </p15:guide>
        <p15:guide id="4" orient="horz" pos="1982">
          <p15:clr>
            <a:srgbClr val="FBAE40"/>
          </p15:clr>
        </p15:guide>
        <p15:guide id="5" orient="horz" pos="1845">
          <p15:clr>
            <a:srgbClr val="FBAE40"/>
          </p15:clr>
        </p15:guide>
        <p15:guide id="7" orient="horz" pos="2318">
          <p15:clr>
            <a:srgbClr val="FBAE40"/>
          </p15:clr>
        </p15:guide>
        <p15:guide id="8" orient="horz" pos="2432">
          <p15:clr>
            <a:srgbClr val="FBAE40"/>
          </p15:clr>
        </p15:guide>
        <p15:guide id="9" orient="horz" pos="1431">
          <p15:clr>
            <a:srgbClr val="FBAE40"/>
          </p15:clr>
        </p15:guide>
        <p15:guide id="10" orient="horz" pos="2166">
          <p15:clr>
            <a:srgbClr val="FBAE40"/>
          </p15:clr>
        </p15:guide>
        <p15:guide id="11" orient="horz" pos="124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576A2-D405-F79F-1C4F-85D8DF1CE243}"/>
              </a:ext>
            </a:extLst>
          </p:cNvPr>
          <p:cNvSpPr>
            <a:spLocks noGrp="1"/>
          </p:cNvSpPr>
          <p:nvPr>
            <p:ph type="title"/>
          </p:nvPr>
        </p:nvSpPr>
        <p:spPr/>
        <p:txBody>
          <a:bodyPr/>
          <a:lstStyle/>
          <a:p>
            <a:r>
              <a:rPr kumimoji="1" lang="ja-JP" altLang="en-US"/>
              <a:t>マスター タイトルの書式設定</a:t>
            </a:r>
          </a:p>
        </p:txBody>
      </p:sp>
      <p:sp>
        <p:nvSpPr>
          <p:cNvPr id="3" name="スライド番号プレースホルダー 2">
            <a:extLst>
              <a:ext uri="{FF2B5EF4-FFF2-40B4-BE49-F238E27FC236}">
                <a16:creationId xmlns:a16="http://schemas.microsoft.com/office/drawing/2014/main" id="{C5DACFB4-1159-C145-97EA-C7DAC87982FA}"/>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36179963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最終ページ">
    <p:spTree>
      <p:nvGrpSpPr>
        <p:cNvPr id="1" name=""/>
        <p:cNvGrpSpPr/>
        <p:nvPr/>
      </p:nvGrpSpPr>
      <p:grpSpPr>
        <a:xfrm>
          <a:off x="0" y="0"/>
          <a:ext cx="0" cy="0"/>
          <a:chOff x="0" y="0"/>
          <a:chExt cx="0" cy="0"/>
        </a:xfrm>
      </p:grpSpPr>
      <p:grpSp>
        <p:nvGrpSpPr>
          <p:cNvPr id="32" name="グラフィックス 65">
            <a:extLst>
              <a:ext uri="{FF2B5EF4-FFF2-40B4-BE49-F238E27FC236}">
                <a16:creationId xmlns:a16="http://schemas.microsoft.com/office/drawing/2014/main" id="{5B4C66C5-79ED-4A2B-A7F6-A06F8800991F}"/>
              </a:ext>
            </a:extLst>
          </p:cNvPr>
          <p:cNvGrpSpPr/>
          <p:nvPr userDrawn="1"/>
        </p:nvGrpSpPr>
        <p:grpSpPr>
          <a:xfrm>
            <a:off x="3222111" y="2205113"/>
            <a:ext cx="2699779" cy="733274"/>
            <a:chOff x="3691731" y="3246312"/>
            <a:chExt cx="3270028" cy="888156"/>
          </a:xfrm>
        </p:grpSpPr>
        <p:sp>
          <p:nvSpPr>
            <p:cNvPr id="33" name="フリーフォーム: 図形 32">
              <a:extLst>
                <a:ext uri="{FF2B5EF4-FFF2-40B4-BE49-F238E27FC236}">
                  <a16:creationId xmlns:a16="http://schemas.microsoft.com/office/drawing/2014/main" id="{F4C73BCE-29A4-45D4-9496-7DEB699C1229}"/>
                </a:ext>
              </a:extLst>
            </p:cNvPr>
            <p:cNvSpPr/>
            <p:nvPr/>
          </p:nvSpPr>
          <p:spPr>
            <a:xfrm>
              <a:off x="6043094" y="3241957"/>
              <a:ext cx="322966" cy="530587"/>
            </a:xfrm>
            <a:custGeom>
              <a:avLst/>
              <a:gdLst>
                <a:gd name="connsiteX0" fmla="*/ 139221 w 322965"/>
                <a:gd name="connsiteY0" fmla="*/ 4355 h 530586"/>
                <a:gd name="connsiteX1" fmla="*/ 139221 w 322965"/>
                <a:gd name="connsiteY1" fmla="*/ 430267 h 530586"/>
                <a:gd name="connsiteX2" fmla="*/ 180745 w 322965"/>
                <a:gd name="connsiteY2" fmla="*/ 473579 h 530586"/>
                <a:gd name="connsiteX3" fmla="*/ 321063 w 322965"/>
                <a:gd name="connsiteY3" fmla="*/ 473579 h 530586"/>
                <a:gd name="connsiteX4" fmla="*/ 321063 w 322965"/>
                <a:gd name="connsiteY4" fmla="*/ 521331 h 530586"/>
                <a:gd name="connsiteX5" fmla="*/ 313821 w 322965"/>
                <a:gd name="connsiteY5" fmla="*/ 530370 h 530586"/>
                <a:gd name="connsiteX6" fmla="*/ 312181 w 322965"/>
                <a:gd name="connsiteY6" fmla="*/ 530386 h 530586"/>
                <a:gd name="connsiteX7" fmla="*/ 85067 w 322965"/>
                <a:gd name="connsiteY7" fmla="*/ 530386 h 530586"/>
                <a:gd name="connsiteX8" fmla="*/ 4325 w 322965"/>
                <a:gd name="connsiteY8" fmla="*/ 456681 h 530586"/>
                <a:gd name="connsiteX9" fmla="*/ 4325 w 322965"/>
                <a:gd name="connsiteY9" fmla="*/ 33192 h 530586"/>
                <a:gd name="connsiteX10" fmla="*/ 35584 w 322965"/>
                <a:gd name="connsiteY10" fmla="*/ 4355 h 530586"/>
                <a:gd name="connsiteX11" fmla="*/ 139048 w 322965"/>
                <a:gd name="connsiteY11" fmla="*/ 435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965" h="530586">
                  <a:moveTo>
                    <a:pt x="139221" y="4355"/>
                  </a:moveTo>
                  <a:lnTo>
                    <a:pt x="139221" y="430267"/>
                  </a:lnTo>
                  <a:cubicBezTo>
                    <a:pt x="139221" y="457949"/>
                    <a:pt x="152832" y="472137"/>
                    <a:pt x="180745" y="473579"/>
                  </a:cubicBezTo>
                  <a:lnTo>
                    <a:pt x="321063" y="473579"/>
                  </a:lnTo>
                  <a:lnTo>
                    <a:pt x="321063" y="521331"/>
                  </a:lnTo>
                  <a:cubicBezTo>
                    <a:pt x="321559" y="525827"/>
                    <a:pt x="318317" y="529874"/>
                    <a:pt x="313821" y="530370"/>
                  </a:cubicBezTo>
                  <a:cubicBezTo>
                    <a:pt x="313276" y="530430"/>
                    <a:pt x="312727" y="530436"/>
                    <a:pt x="312181" y="530386"/>
                  </a:cubicBezTo>
                  <a:lnTo>
                    <a:pt x="85067" y="530386"/>
                  </a:lnTo>
                  <a:cubicBezTo>
                    <a:pt x="14937" y="530386"/>
                    <a:pt x="4325" y="491803"/>
                    <a:pt x="4325" y="456681"/>
                  </a:cubicBezTo>
                  <a:lnTo>
                    <a:pt x="4325" y="33192"/>
                  </a:lnTo>
                  <a:cubicBezTo>
                    <a:pt x="4325" y="13179"/>
                    <a:pt x="11996" y="3721"/>
                    <a:pt x="35584" y="4355"/>
                  </a:cubicBezTo>
                  <a:lnTo>
                    <a:pt x="139048" y="4355"/>
                  </a:lnTo>
                </a:path>
              </a:pathLst>
            </a:custGeom>
            <a:solidFill>
              <a:srgbClr val="000000"/>
            </a:solidFill>
            <a:ln w="9525" cap="flat">
              <a:noFill/>
              <a:prstDash val="solid"/>
              <a:miter/>
            </a:ln>
          </p:spPr>
          <p:txBody>
            <a:bodyPr rtlCol="0" anchor="ctr"/>
            <a:lstStyle/>
            <a:p>
              <a:endParaRPr lang="ja-JP" altLang="en-US"/>
            </a:p>
          </p:txBody>
        </p:sp>
        <p:sp>
          <p:nvSpPr>
            <p:cNvPr id="64" name="フリーフォーム: 図形 63">
              <a:extLst>
                <a:ext uri="{FF2B5EF4-FFF2-40B4-BE49-F238E27FC236}">
                  <a16:creationId xmlns:a16="http://schemas.microsoft.com/office/drawing/2014/main" id="{AC3272AE-86F1-478A-8500-E33E232DAE5F}"/>
                </a:ext>
              </a:extLst>
            </p:cNvPr>
            <p:cNvSpPr/>
            <p:nvPr/>
          </p:nvSpPr>
          <p:spPr>
            <a:xfrm>
              <a:off x="5781377" y="3241987"/>
              <a:ext cx="138414" cy="530587"/>
            </a:xfrm>
            <a:custGeom>
              <a:avLst/>
              <a:gdLst>
                <a:gd name="connsiteX0" fmla="*/ 139164 w 138413"/>
                <a:gd name="connsiteY0" fmla="*/ 4325 h 530586"/>
                <a:gd name="connsiteX1" fmla="*/ 139164 w 138413"/>
                <a:gd name="connsiteY1" fmla="*/ 502731 h 530586"/>
                <a:gd name="connsiteX2" fmla="*/ 110846 w 138413"/>
                <a:gd name="connsiteY2" fmla="*/ 530414 h 530586"/>
                <a:gd name="connsiteX3" fmla="*/ 4325 w 138413"/>
                <a:gd name="connsiteY3" fmla="*/ 530414 h 530586"/>
                <a:gd name="connsiteX4" fmla="*/ 4325 w 138413"/>
                <a:gd name="connsiteY4" fmla="*/ 31893 h 530586"/>
                <a:gd name="connsiteX5" fmla="*/ 34488 w 138413"/>
                <a:gd name="connsiteY5" fmla="*/ 4383 h 530586"/>
                <a:gd name="connsiteX6" fmla="*/ 139164 w 138413"/>
                <a:gd name="connsiteY6" fmla="*/ 4383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530586">
                  <a:moveTo>
                    <a:pt x="139164" y="4325"/>
                  </a:moveTo>
                  <a:lnTo>
                    <a:pt x="139164" y="502731"/>
                  </a:lnTo>
                  <a:cubicBezTo>
                    <a:pt x="139164" y="524877"/>
                    <a:pt x="129705" y="530414"/>
                    <a:pt x="110846" y="530414"/>
                  </a:cubicBezTo>
                  <a:lnTo>
                    <a:pt x="4325" y="530414"/>
                  </a:lnTo>
                  <a:lnTo>
                    <a:pt x="4325" y="31893"/>
                  </a:lnTo>
                  <a:cubicBezTo>
                    <a:pt x="4325" y="15399"/>
                    <a:pt x="10612" y="4383"/>
                    <a:pt x="34488" y="4383"/>
                  </a:cubicBezTo>
                  <a:lnTo>
                    <a:pt x="139164" y="4383"/>
                  </a:lnTo>
                </a:path>
              </a:pathLst>
            </a:custGeom>
            <a:solidFill>
              <a:srgbClr val="000000"/>
            </a:solidFill>
            <a:ln w="9525" cap="flat">
              <a:noFill/>
              <a:prstDash val="solid"/>
              <a:miter/>
            </a:ln>
          </p:spPr>
          <p:txBody>
            <a:bodyPr rtlCol="0" anchor="ctr"/>
            <a:lstStyle/>
            <a:p>
              <a:endParaRPr lang="ja-JP" altLang="en-US"/>
            </a:p>
          </p:txBody>
        </p:sp>
        <p:sp>
          <p:nvSpPr>
            <p:cNvPr id="65" name="フリーフォーム: 図形 64">
              <a:extLst>
                <a:ext uri="{FF2B5EF4-FFF2-40B4-BE49-F238E27FC236}">
                  <a16:creationId xmlns:a16="http://schemas.microsoft.com/office/drawing/2014/main" id="{63145313-7D8D-4FB2-8AD8-0345402E5E42}"/>
                </a:ext>
              </a:extLst>
            </p:cNvPr>
            <p:cNvSpPr/>
            <p:nvPr/>
          </p:nvSpPr>
          <p:spPr>
            <a:xfrm>
              <a:off x="3687406" y="3241987"/>
              <a:ext cx="363336" cy="530587"/>
            </a:xfrm>
            <a:custGeom>
              <a:avLst/>
              <a:gdLst>
                <a:gd name="connsiteX0" fmla="*/ 4325 w 363336"/>
                <a:gd name="connsiteY0" fmla="*/ 76877 h 530586"/>
                <a:gd name="connsiteX1" fmla="*/ 70245 w 363336"/>
                <a:gd name="connsiteY1" fmla="*/ 4325 h 530586"/>
                <a:gd name="connsiteX2" fmla="*/ 359876 w 363336"/>
                <a:gd name="connsiteY2" fmla="*/ 4325 h 530586"/>
                <a:gd name="connsiteX3" fmla="*/ 359876 w 363336"/>
                <a:gd name="connsiteY3" fmla="*/ 54904 h 530586"/>
                <a:gd name="connsiteX4" fmla="*/ 354604 w 363336"/>
                <a:gd name="connsiteY4" fmla="*/ 61961 h 530586"/>
                <a:gd name="connsiteX5" fmla="*/ 353128 w 363336"/>
                <a:gd name="connsiteY5" fmla="*/ 61998 h 530586"/>
                <a:gd name="connsiteX6" fmla="*/ 179534 w 363336"/>
                <a:gd name="connsiteY6" fmla="*/ 61998 h 530586"/>
                <a:gd name="connsiteX7" fmla="*/ 144527 w 363336"/>
                <a:gd name="connsiteY7" fmla="*/ 96601 h 530586"/>
                <a:gd name="connsiteX8" fmla="*/ 144527 w 363336"/>
                <a:gd name="connsiteY8" fmla="*/ 230171 h 530586"/>
                <a:gd name="connsiteX9" fmla="*/ 348745 w 363336"/>
                <a:gd name="connsiteY9" fmla="*/ 230171 h 530586"/>
                <a:gd name="connsiteX10" fmla="*/ 348745 w 363336"/>
                <a:gd name="connsiteY10" fmla="*/ 283287 h 530586"/>
                <a:gd name="connsiteX11" fmla="*/ 342467 w 363336"/>
                <a:gd name="connsiteY11" fmla="*/ 290474 h 530586"/>
                <a:gd name="connsiteX12" fmla="*/ 341190 w 363336"/>
                <a:gd name="connsiteY12" fmla="*/ 290439 h 530586"/>
                <a:gd name="connsiteX13" fmla="*/ 144469 w 363336"/>
                <a:gd name="connsiteY13" fmla="*/ 290439 h 530586"/>
                <a:gd name="connsiteX14" fmla="*/ 144469 w 363336"/>
                <a:gd name="connsiteY14" fmla="*/ 502212 h 530586"/>
                <a:gd name="connsiteX15" fmla="*/ 111481 w 363336"/>
                <a:gd name="connsiteY15" fmla="*/ 530414 h 530586"/>
                <a:gd name="connsiteX16" fmla="*/ 4325 w 363336"/>
                <a:gd name="connsiteY16" fmla="*/ 530414 h 530586"/>
                <a:gd name="connsiteX17" fmla="*/ 4325 w 363336"/>
                <a:gd name="connsiteY17" fmla="*/ 76877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3336" h="530586">
                  <a:moveTo>
                    <a:pt x="4325" y="76877"/>
                  </a:moveTo>
                  <a:cubicBezTo>
                    <a:pt x="4325" y="36795"/>
                    <a:pt x="4325" y="4325"/>
                    <a:pt x="70245" y="4325"/>
                  </a:cubicBezTo>
                  <a:lnTo>
                    <a:pt x="359876" y="4325"/>
                  </a:lnTo>
                  <a:lnTo>
                    <a:pt x="359876" y="54904"/>
                  </a:lnTo>
                  <a:cubicBezTo>
                    <a:pt x="360369" y="58309"/>
                    <a:pt x="358009" y="61468"/>
                    <a:pt x="354604" y="61961"/>
                  </a:cubicBezTo>
                  <a:cubicBezTo>
                    <a:pt x="354115" y="62032"/>
                    <a:pt x="353620" y="62044"/>
                    <a:pt x="353128" y="61998"/>
                  </a:cubicBezTo>
                  <a:lnTo>
                    <a:pt x="179534" y="61998"/>
                  </a:lnTo>
                  <a:cubicBezTo>
                    <a:pt x="156465" y="61998"/>
                    <a:pt x="144527" y="73186"/>
                    <a:pt x="144527" y="96601"/>
                  </a:cubicBezTo>
                  <a:cubicBezTo>
                    <a:pt x="144527" y="96947"/>
                    <a:pt x="144527" y="230171"/>
                    <a:pt x="144527" y="230171"/>
                  </a:cubicBezTo>
                  <a:lnTo>
                    <a:pt x="348745" y="230171"/>
                  </a:lnTo>
                  <a:lnTo>
                    <a:pt x="348745" y="283287"/>
                  </a:lnTo>
                  <a:cubicBezTo>
                    <a:pt x="348996" y="287005"/>
                    <a:pt x="346185" y="290223"/>
                    <a:pt x="342467" y="290474"/>
                  </a:cubicBezTo>
                  <a:cubicBezTo>
                    <a:pt x="342041" y="290502"/>
                    <a:pt x="341614" y="290491"/>
                    <a:pt x="341190" y="290439"/>
                  </a:cubicBezTo>
                  <a:lnTo>
                    <a:pt x="144469" y="290439"/>
                  </a:lnTo>
                  <a:lnTo>
                    <a:pt x="144469" y="502212"/>
                  </a:lnTo>
                  <a:cubicBezTo>
                    <a:pt x="144066" y="522686"/>
                    <a:pt x="133915" y="531048"/>
                    <a:pt x="111481" y="530414"/>
                  </a:cubicBezTo>
                  <a:lnTo>
                    <a:pt x="4325" y="530414"/>
                  </a:lnTo>
                  <a:lnTo>
                    <a:pt x="4325" y="76877"/>
                  </a:lnTo>
                </a:path>
              </a:pathLst>
            </a:custGeom>
            <a:solidFill>
              <a:srgbClr val="000000"/>
            </a:solidFill>
            <a:ln w="9525" cap="flat">
              <a:noFill/>
              <a:prstDash val="solid"/>
              <a:miter/>
            </a:ln>
          </p:spPr>
          <p:txBody>
            <a:bodyPr rtlCol="0" anchor="ctr"/>
            <a:lstStyle/>
            <a:p>
              <a:endParaRPr lang="ja-JP" altLang="en-US"/>
            </a:p>
          </p:txBody>
        </p:sp>
        <p:sp>
          <p:nvSpPr>
            <p:cNvPr id="66" name="フリーフォーム: 図形 65">
              <a:extLst>
                <a:ext uri="{FF2B5EF4-FFF2-40B4-BE49-F238E27FC236}">
                  <a16:creationId xmlns:a16="http://schemas.microsoft.com/office/drawing/2014/main" id="{AC4A067B-0E33-4A3D-AAF2-E8C0A270F65C}"/>
                </a:ext>
              </a:extLst>
            </p:cNvPr>
            <p:cNvSpPr/>
            <p:nvPr/>
          </p:nvSpPr>
          <p:spPr>
            <a:xfrm>
              <a:off x="4117469" y="3241987"/>
              <a:ext cx="455612" cy="547888"/>
            </a:xfrm>
            <a:custGeom>
              <a:avLst/>
              <a:gdLst>
                <a:gd name="connsiteX0" fmla="*/ 138991 w 455612"/>
                <a:gd name="connsiteY0" fmla="*/ 4325 h 547888"/>
                <a:gd name="connsiteX1" fmla="*/ 138991 w 455612"/>
                <a:gd name="connsiteY1" fmla="*/ 405322 h 547888"/>
                <a:gd name="connsiteX2" fmla="*/ 167827 w 455612"/>
                <a:gd name="connsiteY2" fmla="*/ 477816 h 547888"/>
                <a:gd name="connsiteX3" fmla="*/ 288074 w 455612"/>
                <a:gd name="connsiteY3" fmla="*/ 478335 h 547888"/>
                <a:gd name="connsiteX4" fmla="*/ 319275 w 455612"/>
                <a:gd name="connsiteY4" fmla="*/ 405437 h 547888"/>
                <a:gd name="connsiteX5" fmla="*/ 319275 w 455612"/>
                <a:gd name="connsiteY5" fmla="*/ 31028 h 547888"/>
                <a:gd name="connsiteX6" fmla="*/ 349264 w 455612"/>
                <a:gd name="connsiteY6" fmla="*/ 4325 h 547888"/>
                <a:gd name="connsiteX7" fmla="*/ 453998 w 455612"/>
                <a:gd name="connsiteY7" fmla="*/ 4325 h 547888"/>
                <a:gd name="connsiteX8" fmla="*/ 453998 w 455612"/>
                <a:gd name="connsiteY8" fmla="*/ 393442 h 547888"/>
                <a:gd name="connsiteX9" fmla="*/ 346784 w 455612"/>
                <a:gd name="connsiteY9" fmla="*/ 534681 h 547888"/>
                <a:gd name="connsiteX10" fmla="*/ 114999 w 455612"/>
                <a:gd name="connsiteY10" fmla="*/ 534278 h 547888"/>
                <a:gd name="connsiteX11" fmla="*/ 4325 w 455612"/>
                <a:gd name="connsiteY11" fmla="*/ 393442 h 547888"/>
                <a:gd name="connsiteX12" fmla="*/ 4325 w 455612"/>
                <a:gd name="connsiteY12" fmla="*/ 31316 h 547888"/>
                <a:gd name="connsiteX13" fmla="*/ 30624 w 455612"/>
                <a:gd name="connsiteY13" fmla="*/ 4325 h 547888"/>
                <a:gd name="connsiteX14" fmla="*/ 138991 w 455612"/>
                <a:gd name="connsiteY14" fmla="*/ 4325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5612" h="547888">
                  <a:moveTo>
                    <a:pt x="138991" y="4325"/>
                  </a:moveTo>
                  <a:lnTo>
                    <a:pt x="138991" y="405322"/>
                  </a:lnTo>
                  <a:cubicBezTo>
                    <a:pt x="138991" y="439926"/>
                    <a:pt x="143835" y="463860"/>
                    <a:pt x="167827" y="477816"/>
                  </a:cubicBezTo>
                  <a:cubicBezTo>
                    <a:pt x="200239" y="496560"/>
                    <a:pt x="255085" y="496848"/>
                    <a:pt x="288074" y="478335"/>
                  </a:cubicBezTo>
                  <a:cubicBezTo>
                    <a:pt x="310624" y="465763"/>
                    <a:pt x="319275" y="445520"/>
                    <a:pt x="319275" y="405437"/>
                  </a:cubicBezTo>
                  <a:lnTo>
                    <a:pt x="319275" y="31028"/>
                  </a:lnTo>
                  <a:cubicBezTo>
                    <a:pt x="319275" y="14187"/>
                    <a:pt x="325676" y="4325"/>
                    <a:pt x="349264" y="4325"/>
                  </a:cubicBezTo>
                  <a:lnTo>
                    <a:pt x="453998" y="4325"/>
                  </a:lnTo>
                  <a:lnTo>
                    <a:pt x="453998" y="393442"/>
                  </a:lnTo>
                  <a:cubicBezTo>
                    <a:pt x="453998" y="483872"/>
                    <a:pt x="397075" y="520955"/>
                    <a:pt x="346784" y="534681"/>
                  </a:cubicBezTo>
                  <a:cubicBezTo>
                    <a:pt x="279827" y="552964"/>
                    <a:pt x="178093" y="553252"/>
                    <a:pt x="114999" y="534278"/>
                  </a:cubicBezTo>
                  <a:cubicBezTo>
                    <a:pt x="39679" y="511843"/>
                    <a:pt x="4441" y="466859"/>
                    <a:pt x="4325" y="393442"/>
                  </a:cubicBezTo>
                  <a:lnTo>
                    <a:pt x="4325" y="31316"/>
                  </a:lnTo>
                  <a:cubicBezTo>
                    <a:pt x="4325" y="14014"/>
                    <a:pt x="10554" y="4325"/>
                    <a:pt x="30624" y="4325"/>
                  </a:cubicBezTo>
                  <a:lnTo>
                    <a:pt x="138991" y="4325"/>
                  </a:lnTo>
                </a:path>
              </a:pathLst>
            </a:custGeom>
            <a:solidFill>
              <a:srgbClr val="000000"/>
            </a:solidFill>
            <a:ln w="9525" cap="flat">
              <a:noFill/>
              <a:prstDash val="solid"/>
              <a:miter/>
            </a:ln>
          </p:spPr>
          <p:txBody>
            <a:bodyPr rtlCol="0" anchor="ctr"/>
            <a:lstStyle/>
            <a:p>
              <a:endParaRPr lang="ja-JP" altLang="en-US"/>
            </a:p>
          </p:txBody>
        </p:sp>
        <p:sp>
          <p:nvSpPr>
            <p:cNvPr id="67" name="フリーフォーム: 図形 66">
              <a:extLst>
                <a:ext uri="{FF2B5EF4-FFF2-40B4-BE49-F238E27FC236}">
                  <a16:creationId xmlns:a16="http://schemas.microsoft.com/office/drawing/2014/main" id="{D447FB87-AC21-4F8A-8891-A8AFE59F8E83}"/>
                </a:ext>
              </a:extLst>
            </p:cNvPr>
            <p:cNvSpPr/>
            <p:nvPr/>
          </p:nvSpPr>
          <p:spPr>
            <a:xfrm>
              <a:off x="6424944" y="3241987"/>
              <a:ext cx="536354" cy="530587"/>
            </a:xfrm>
            <a:custGeom>
              <a:avLst/>
              <a:gdLst>
                <a:gd name="connsiteX0" fmla="*/ 380580 w 536353"/>
                <a:gd name="connsiteY0" fmla="*/ 4325 h 530586"/>
                <a:gd name="connsiteX1" fmla="*/ 332828 w 536353"/>
                <a:gd name="connsiteY1" fmla="*/ 40486 h 530586"/>
                <a:gd name="connsiteX2" fmla="*/ 247011 w 536353"/>
                <a:gd name="connsiteY2" fmla="*/ 403246 h 530586"/>
                <a:gd name="connsiteX3" fmla="*/ 244647 w 536353"/>
                <a:gd name="connsiteY3" fmla="*/ 403246 h 530586"/>
                <a:gd name="connsiteX4" fmla="*/ 156177 w 536353"/>
                <a:gd name="connsiteY4" fmla="*/ 4325 h 530586"/>
                <a:gd name="connsiteX5" fmla="*/ 35065 w 536353"/>
                <a:gd name="connsiteY5" fmla="*/ 4325 h 530586"/>
                <a:gd name="connsiteX6" fmla="*/ 4325 w 536353"/>
                <a:gd name="connsiteY6" fmla="*/ 34950 h 530586"/>
                <a:gd name="connsiteX7" fmla="*/ 4325 w 536353"/>
                <a:gd name="connsiteY7" fmla="*/ 530356 h 530586"/>
                <a:gd name="connsiteX8" fmla="*/ 55538 w 536353"/>
                <a:gd name="connsiteY8" fmla="*/ 530356 h 530586"/>
                <a:gd name="connsiteX9" fmla="*/ 67073 w 536353"/>
                <a:gd name="connsiteY9" fmla="*/ 517899 h 530586"/>
                <a:gd name="connsiteX10" fmla="*/ 67073 w 536353"/>
                <a:gd name="connsiteY10" fmla="*/ 102369 h 530586"/>
                <a:gd name="connsiteX11" fmla="*/ 75147 w 536353"/>
                <a:gd name="connsiteY11" fmla="*/ 102369 h 530586"/>
                <a:gd name="connsiteX12" fmla="*/ 184725 w 536353"/>
                <a:gd name="connsiteY12" fmla="*/ 530241 h 530586"/>
                <a:gd name="connsiteX13" fmla="*/ 256527 w 536353"/>
                <a:gd name="connsiteY13" fmla="*/ 530241 h 530586"/>
                <a:gd name="connsiteX14" fmla="*/ 300300 w 536353"/>
                <a:gd name="connsiteY14" fmla="*/ 492408 h 530586"/>
                <a:gd name="connsiteX15" fmla="*/ 398401 w 536353"/>
                <a:gd name="connsiteY15" fmla="*/ 102369 h 530586"/>
                <a:gd name="connsiteX16" fmla="*/ 406360 w 536353"/>
                <a:gd name="connsiteY16" fmla="*/ 102369 h 530586"/>
                <a:gd name="connsiteX17" fmla="*/ 406360 w 536353"/>
                <a:gd name="connsiteY17" fmla="*/ 530414 h 530586"/>
                <a:gd name="connsiteX18" fmla="*/ 502096 w 536353"/>
                <a:gd name="connsiteY18" fmla="*/ 530414 h 530586"/>
                <a:gd name="connsiteX19" fmla="*/ 536296 w 536353"/>
                <a:gd name="connsiteY19" fmla="*/ 498290 h 530586"/>
                <a:gd name="connsiteX20" fmla="*/ 536296 w 536353"/>
                <a:gd name="connsiteY20" fmla="*/ 4325 h 530586"/>
                <a:gd name="connsiteX21" fmla="*/ 380580 w 536353"/>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36353" h="530586">
                  <a:moveTo>
                    <a:pt x="380580" y="4325"/>
                  </a:moveTo>
                  <a:cubicBezTo>
                    <a:pt x="353993" y="4325"/>
                    <a:pt x="338825" y="16725"/>
                    <a:pt x="332828" y="40486"/>
                  </a:cubicBezTo>
                  <a:lnTo>
                    <a:pt x="247011" y="403246"/>
                  </a:lnTo>
                  <a:lnTo>
                    <a:pt x="244647" y="403246"/>
                  </a:lnTo>
                  <a:lnTo>
                    <a:pt x="156177" y="4325"/>
                  </a:lnTo>
                  <a:lnTo>
                    <a:pt x="35065" y="4325"/>
                  </a:lnTo>
                  <a:cubicBezTo>
                    <a:pt x="11650" y="4325"/>
                    <a:pt x="4325" y="16379"/>
                    <a:pt x="4325" y="34950"/>
                  </a:cubicBezTo>
                  <a:lnTo>
                    <a:pt x="4325" y="530356"/>
                  </a:lnTo>
                  <a:lnTo>
                    <a:pt x="55538" y="530356"/>
                  </a:lnTo>
                  <a:cubicBezTo>
                    <a:pt x="63728" y="530356"/>
                    <a:pt x="67073" y="526261"/>
                    <a:pt x="67073" y="517899"/>
                  </a:cubicBezTo>
                  <a:lnTo>
                    <a:pt x="67073" y="102369"/>
                  </a:lnTo>
                  <a:lnTo>
                    <a:pt x="75147" y="102369"/>
                  </a:lnTo>
                  <a:lnTo>
                    <a:pt x="184725" y="530241"/>
                  </a:lnTo>
                  <a:lnTo>
                    <a:pt x="256527" y="530241"/>
                  </a:lnTo>
                  <a:cubicBezTo>
                    <a:pt x="283576" y="530241"/>
                    <a:pt x="293610" y="519168"/>
                    <a:pt x="300300" y="492408"/>
                  </a:cubicBezTo>
                  <a:lnTo>
                    <a:pt x="398401" y="102369"/>
                  </a:lnTo>
                  <a:lnTo>
                    <a:pt x="406360" y="102369"/>
                  </a:lnTo>
                  <a:lnTo>
                    <a:pt x="406360" y="530414"/>
                  </a:lnTo>
                  <a:lnTo>
                    <a:pt x="502096" y="530414"/>
                  </a:lnTo>
                  <a:cubicBezTo>
                    <a:pt x="525569" y="530414"/>
                    <a:pt x="536296" y="521417"/>
                    <a:pt x="536296" y="498290"/>
                  </a:cubicBezTo>
                  <a:lnTo>
                    <a:pt x="536296" y="4325"/>
                  </a:lnTo>
                  <a:lnTo>
                    <a:pt x="380580" y="4325"/>
                  </a:lnTo>
                </a:path>
              </a:pathLst>
            </a:custGeom>
            <a:solidFill>
              <a:srgbClr val="000000"/>
            </a:solidFill>
            <a:ln w="9525" cap="flat">
              <a:noFill/>
              <a:prstDash val="solid"/>
              <a:miter/>
            </a:ln>
          </p:spPr>
          <p:txBody>
            <a:bodyPr rtlCol="0" anchor="ctr"/>
            <a:lstStyle/>
            <a:p>
              <a:endParaRPr lang="ja-JP" altLang="en-US"/>
            </a:p>
          </p:txBody>
        </p:sp>
        <p:sp>
          <p:nvSpPr>
            <p:cNvPr id="68" name="フリーフォーム: 図形 67">
              <a:extLst>
                <a:ext uri="{FF2B5EF4-FFF2-40B4-BE49-F238E27FC236}">
                  <a16:creationId xmlns:a16="http://schemas.microsoft.com/office/drawing/2014/main" id="{A27F885A-1D7F-4193-80F4-D61903CE9B3E}"/>
                </a:ext>
              </a:extLst>
            </p:cNvPr>
            <p:cNvSpPr/>
            <p:nvPr/>
          </p:nvSpPr>
          <p:spPr>
            <a:xfrm>
              <a:off x="5073044" y="3527927"/>
              <a:ext cx="138414" cy="247992"/>
            </a:xfrm>
            <a:custGeom>
              <a:avLst/>
              <a:gdLst>
                <a:gd name="connsiteX0" fmla="*/ 139106 w 138413"/>
                <a:gd name="connsiteY0" fmla="*/ 4325 h 247991"/>
                <a:gd name="connsiteX1" fmla="*/ 4325 w 138413"/>
                <a:gd name="connsiteY1" fmla="*/ 4325 h 247991"/>
                <a:gd name="connsiteX2" fmla="*/ 4325 w 138413"/>
                <a:gd name="connsiteY2" fmla="*/ 244474 h 247991"/>
                <a:gd name="connsiteX3" fmla="*/ 110904 w 138413"/>
                <a:gd name="connsiteY3" fmla="*/ 244474 h 247991"/>
                <a:gd name="connsiteX4" fmla="*/ 139164 w 138413"/>
                <a:gd name="connsiteY4" fmla="*/ 216791 h 247991"/>
                <a:gd name="connsiteX5" fmla="*/ 139164 w 138413"/>
                <a:gd name="connsiteY5" fmla="*/ 4325 h 247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413" h="247991">
                  <a:moveTo>
                    <a:pt x="139106" y="4325"/>
                  </a:moveTo>
                  <a:lnTo>
                    <a:pt x="4325" y="4325"/>
                  </a:lnTo>
                  <a:lnTo>
                    <a:pt x="4325" y="244474"/>
                  </a:lnTo>
                  <a:lnTo>
                    <a:pt x="110904" y="244474"/>
                  </a:lnTo>
                  <a:cubicBezTo>
                    <a:pt x="129705" y="244474"/>
                    <a:pt x="139164" y="238706"/>
                    <a:pt x="139164" y="216791"/>
                  </a:cubicBezTo>
                  <a:cubicBezTo>
                    <a:pt x="139164" y="216791"/>
                    <a:pt x="139164" y="114018"/>
                    <a:pt x="139164" y="4325"/>
                  </a:cubicBezTo>
                </a:path>
              </a:pathLst>
            </a:custGeom>
            <a:solidFill>
              <a:srgbClr val="000000"/>
            </a:solidFill>
            <a:ln w="9525" cap="flat">
              <a:noFill/>
              <a:prstDash val="solid"/>
              <a:miter/>
            </a:ln>
          </p:spPr>
          <p:txBody>
            <a:bodyPr rtlCol="0" anchor="ctr"/>
            <a:lstStyle/>
            <a:p>
              <a:endParaRPr lang="ja-JP" altLang="en-US"/>
            </a:p>
          </p:txBody>
        </p:sp>
        <p:sp>
          <p:nvSpPr>
            <p:cNvPr id="69" name="フリーフォーム: 図形 68">
              <a:extLst>
                <a:ext uri="{FF2B5EF4-FFF2-40B4-BE49-F238E27FC236}">
                  <a16:creationId xmlns:a16="http://schemas.microsoft.com/office/drawing/2014/main" id="{D101226C-2A26-4519-A837-235040FF0AE4}"/>
                </a:ext>
              </a:extLst>
            </p:cNvPr>
            <p:cNvSpPr/>
            <p:nvPr/>
          </p:nvSpPr>
          <p:spPr>
            <a:xfrm>
              <a:off x="5073044" y="3241987"/>
              <a:ext cx="138414" cy="288362"/>
            </a:xfrm>
            <a:custGeom>
              <a:avLst/>
              <a:gdLst>
                <a:gd name="connsiteX0" fmla="*/ 131262 w 138413"/>
                <a:gd name="connsiteY0" fmla="*/ 187609 h 288362"/>
                <a:gd name="connsiteX1" fmla="*/ 139106 w 138413"/>
                <a:gd name="connsiteY1" fmla="*/ 172614 h 288362"/>
                <a:gd name="connsiteX2" fmla="*/ 139106 w 138413"/>
                <a:gd name="connsiteY2" fmla="*/ 4325 h 288362"/>
                <a:gd name="connsiteX3" fmla="*/ 34488 w 138413"/>
                <a:gd name="connsiteY3" fmla="*/ 4325 h 288362"/>
                <a:gd name="connsiteX4" fmla="*/ 4325 w 138413"/>
                <a:gd name="connsiteY4" fmla="*/ 32239 h 288362"/>
                <a:gd name="connsiteX5" fmla="*/ 4325 w 138413"/>
                <a:gd name="connsiteY5" fmla="*/ 286921 h 288362"/>
                <a:gd name="connsiteX6" fmla="*/ 131205 w 138413"/>
                <a:gd name="connsiteY6" fmla="*/ 187493 h 288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413" h="288362">
                  <a:moveTo>
                    <a:pt x="131262" y="187609"/>
                  </a:moveTo>
                  <a:cubicBezTo>
                    <a:pt x="136310" y="184317"/>
                    <a:pt x="139281" y="178637"/>
                    <a:pt x="139106" y="172614"/>
                  </a:cubicBezTo>
                  <a:lnTo>
                    <a:pt x="139106" y="4325"/>
                  </a:lnTo>
                  <a:lnTo>
                    <a:pt x="34488" y="4325"/>
                  </a:lnTo>
                  <a:cubicBezTo>
                    <a:pt x="10900" y="4325"/>
                    <a:pt x="4325" y="15860"/>
                    <a:pt x="4325" y="32239"/>
                  </a:cubicBezTo>
                  <a:lnTo>
                    <a:pt x="4325" y="286921"/>
                  </a:lnTo>
                  <a:lnTo>
                    <a:pt x="131205" y="187493"/>
                  </a:lnTo>
                </a:path>
              </a:pathLst>
            </a:custGeom>
            <a:solidFill>
              <a:srgbClr val="FB0020"/>
            </a:solidFill>
            <a:ln w="9525" cap="flat">
              <a:noFill/>
              <a:prstDash val="solid"/>
              <a:miter/>
            </a:ln>
          </p:spPr>
          <p:txBody>
            <a:bodyPr rtlCol="0" anchor="ctr"/>
            <a:lstStyle/>
            <a:p>
              <a:endParaRPr lang="ja-JP" altLang="en-US"/>
            </a:p>
          </p:txBody>
        </p:sp>
        <p:sp>
          <p:nvSpPr>
            <p:cNvPr id="70" name="フリーフォーム: 図形 69">
              <a:extLst>
                <a:ext uri="{FF2B5EF4-FFF2-40B4-BE49-F238E27FC236}">
                  <a16:creationId xmlns:a16="http://schemas.microsoft.com/office/drawing/2014/main" id="{BD05A569-1B6E-4DA4-9155-8A9D3ACEE854}"/>
                </a:ext>
              </a:extLst>
            </p:cNvPr>
            <p:cNvSpPr/>
            <p:nvPr/>
          </p:nvSpPr>
          <p:spPr>
            <a:xfrm>
              <a:off x="4622662" y="3241987"/>
              <a:ext cx="334500" cy="547888"/>
            </a:xfrm>
            <a:custGeom>
              <a:avLst/>
              <a:gdLst>
                <a:gd name="connsiteX0" fmla="*/ 119630 w 334500"/>
                <a:gd name="connsiteY0" fmla="*/ 488774 h 547888"/>
                <a:gd name="connsiteX1" fmla="*/ 197603 w 334500"/>
                <a:gd name="connsiteY1" fmla="*/ 394480 h 547888"/>
                <a:gd name="connsiteX2" fmla="*/ 197603 w 334500"/>
                <a:gd name="connsiteY2" fmla="*/ 33162 h 547888"/>
                <a:gd name="connsiteX3" fmla="*/ 224421 w 334500"/>
                <a:gd name="connsiteY3" fmla="*/ 4325 h 547888"/>
                <a:gd name="connsiteX4" fmla="*/ 332384 w 334500"/>
                <a:gd name="connsiteY4" fmla="*/ 4325 h 547888"/>
                <a:gd name="connsiteX5" fmla="*/ 332384 w 334500"/>
                <a:gd name="connsiteY5" fmla="*/ 346208 h 547888"/>
                <a:gd name="connsiteX6" fmla="*/ 264849 w 334500"/>
                <a:gd name="connsiteY6" fmla="*/ 508556 h 547888"/>
                <a:gd name="connsiteX7" fmla="*/ 95639 w 334500"/>
                <a:gd name="connsiteY7" fmla="*/ 548408 h 547888"/>
                <a:gd name="connsiteX8" fmla="*/ 11091 w 334500"/>
                <a:gd name="connsiteY8" fmla="*/ 544428 h 547888"/>
                <a:gd name="connsiteX9" fmla="*/ 4343 w 334500"/>
                <a:gd name="connsiteY9" fmla="*/ 536296 h 547888"/>
                <a:gd name="connsiteX10" fmla="*/ 4343 w 334500"/>
                <a:gd name="connsiteY10" fmla="*/ 492177 h 547888"/>
                <a:gd name="connsiteX11" fmla="*/ 119688 w 334500"/>
                <a:gd name="connsiteY11" fmla="*/ 488832 h 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4500" h="547888">
                  <a:moveTo>
                    <a:pt x="119630" y="488774"/>
                  </a:moveTo>
                  <a:cubicBezTo>
                    <a:pt x="178110" y="480469"/>
                    <a:pt x="197603" y="445751"/>
                    <a:pt x="197603" y="394480"/>
                  </a:cubicBezTo>
                  <a:lnTo>
                    <a:pt x="197603" y="33162"/>
                  </a:lnTo>
                  <a:cubicBezTo>
                    <a:pt x="197603" y="11534"/>
                    <a:pt x="209138" y="4325"/>
                    <a:pt x="224421" y="4325"/>
                  </a:cubicBezTo>
                  <a:lnTo>
                    <a:pt x="332384" y="4325"/>
                  </a:lnTo>
                  <a:lnTo>
                    <a:pt x="332384" y="346208"/>
                  </a:lnTo>
                  <a:cubicBezTo>
                    <a:pt x="332384" y="430294"/>
                    <a:pt x="314678" y="472741"/>
                    <a:pt x="264849" y="508556"/>
                  </a:cubicBezTo>
                  <a:cubicBezTo>
                    <a:pt x="238955" y="527184"/>
                    <a:pt x="193682" y="548408"/>
                    <a:pt x="95639" y="548408"/>
                  </a:cubicBezTo>
                  <a:cubicBezTo>
                    <a:pt x="39466" y="548408"/>
                    <a:pt x="14436" y="545236"/>
                    <a:pt x="11091" y="544428"/>
                  </a:cubicBezTo>
                  <a:cubicBezTo>
                    <a:pt x="7035" y="543946"/>
                    <a:pt x="4069" y="540371"/>
                    <a:pt x="4343" y="536296"/>
                  </a:cubicBezTo>
                  <a:lnTo>
                    <a:pt x="4343" y="492177"/>
                  </a:lnTo>
                  <a:cubicBezTo>
                    <a:pt x="27412" y="492811"/>
                    <a:pt x="80355" y="494426"/>
                    <a:pt x="119688" y="488832"/>
                  </a:cubicBezTo>
                </a:path>
              </a:pathLst>
            </a:custGeom>
            <a:solidFill>
              <a:srgbClr val="000000"/>
            </a:solidFill>
            <a:ln w="9525" cap="flat">
              <a:noFill/>
              <a:prstDash val="solid"/>
              <a:miter/>
            </a:ln>
          </p:spPr>
          <p:txBody>
            <a:bodyPr rtlCol="0" anchor="ctr"/>
            <a:lstStyle/>
            <a:p>
              <a:endParaRPr lang="ja-JP" altLang="en-US"/>
            </a:p>
          </p:txBody>
        </p:sp>
        <p:sp>
          <p:nvSpPr>
            <p:cNvPr id="71" name="フリーフォーム: 図形 70">
              <a:extLst>
                <a:ext uri="{FF2B5EF4-FFF2-40B4-BE49-F238E27FC236}">
                  <a16:creationId xmlns:a16="http://schemas.microsoft.com/office/drawing/2014/main" id="{CED99FC5-FDD3-4247-9DF5-7A5F2732F6E1}"/>
                </a:ext>
              </a:extLst>
            </p:cNvPr>
            <p:cNvSpPr/>
            <p:nvPr/>
          </p:nvSpPr>
          <p:spPr>
            <a:xfrm>
              <a:off x="5251194" y="3241987"/>
              <a:ext cx="455612" cy="530587"/>
            </a:xfrm>
            <a:custGeom>
              <a:avLst/>
              <a:gdLst>
                <a:gd name="connsiteX0" fmla="*/ 164943 w 455612"/>
                <a:gd name="connsiteY0" fmla="*/ 4325 h 530586"/>
                <a:gd name="connsiteX1" fmla="*/ 99024 w 455612"/>
                <a:gd name="connsiteY1" fmla="*/ 76877 h 530586"/>
                <a:gd name="connsiteX2" fmla="*/ 99024 w 455612"/>
                <a:gd name="connsiteY2" fmla="*/ 212465 h 530586"/>
                <a:gd name="connsiteX3" fmla="*/ 96601 w 455612"/>
                <a:gd name="connsiteY3" fmla="*/ 217598 h 530586"/>
                <a:gd name="connsiteX4" fmla="*/ 4325 w 455612"/>
                <a:gd name="connsiteY4" fmla="*/ 290208 h 530586"/>
                <a:gd name="connsiteX5" fmla="*/ 98966 w 455612"/>
                <a:gd name="connsiteY5" fmla="*/ 290208 h 530586"/>
                <a:gd name="connsiteX6" fmla="*/ 98966 w 455612"/>
                <a:gd name="connsiteY6" fmla="*/ 530414 h 530586"/>
                <a:gd name="connsiteX7" fmla="*/ 206064 w 455612"/>
                <a:gd name="connsiteY7" fmla="*/ 530414 h 530586"/>
                <a:gd name="connsiteX8" fmla="*/ 239110 w 455612"/>
                <a:gd name="connsiteY8" fmla="*/ 502212 h 530586"/>
                <a:gd name="connsiteX9" fmla="*/ 239110 w 455612"/>
                <a:gd name="connsiteY9" fmla="*/ 290266 h 530586"/>
                <a:gd name="connsiteX10" fmla="*/ 436004 w 455612"/>
                <a:gd name="connsiteY10" fmla="*/ 290266 h 530586"/>
                <a:gd name="connsiteX11" fmla="*/ 443575 w 455612"/>
                <a:gd name="connsiteY11" fmla="*/ 284457 h 530586"/>
                <a:gd name="connsiteX12" fmla="*/ 443616 w 455612"/>
                <a:gd name="connsiteY12" fmla="*/ 283114 h 530586"/>
                <a:gd name="connsiteX13" fmla="*/ 443617 w 455612"/>
                <a:gd name="connsiteY13" fmla="*/ 229998 h 530586"/>
                <a:gd name="connsiteX14" fmla="*/ 239398 w 455612"/>
                <a:gd name="connsiteY14" fmla="*/ 229998 h 530586"/>
                <a:gd name="connsiteX15" fmla="*/ 239398 w 455612"/>
                <a:gd name="connsiteY15" fmla="*/ 96601 h 530586"/>
                <a:gd name="connsiteX16" fmla="*/ 274463 w 455612"/>
                <a:gd name="connsiteY16" fmla="*/ 61998 h 530586"/>
                <a:gd name="connsiteX17" fmla="*/ 448057 w 455612"/>
                <a:gd name="connsiteY17" fmla="*/ 61998 h 530586"/>
                <a:gd name="connsiteX18" fmla="*/ 454821 w 455612"/>
                <a:gd name="connsiteY18" fmla="*/ 56355 h 530586"/>
                <a:gd name="connsiteX19" fmla="*/ 454805 w 455612"/>
                <a:gd name="connsiteY19" fmla="*/ 55077 h 530586"/>
                <a:gd name="connsiteX20" fmla="*/ 454805 w 455612"/>
                <a:gd name="connsiteY20" fmla="*/ 4325 h 530586"/>
                <a:gd name="connsiteX21" fmla="*/ 164943 w 455612"/>
                <a:gd name="connsiteY21" fmla="*/ 4325 h 53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55612" h="530586">
                  <a:moveTo>
                    <a:pt x="164943" y="4325"/>
                  </a:moveTo>
                  <a:cubicBezTo>
                    <a:pt x="99081" y="4325"/>
                    <a:pt x="99024" y="36795"/>
                    <a:pt x="99024" y="76877"/>
                  </a:cubicBezTo>
                  <a:lnTo>
                    <a:pt x="99024" y="212465"/>
                  </a:lnTo>
                  <a:cubicBezTo>
                    <a:pt x="99069" y="214462"/>
                    <a:pt x="98172" y="216364"/>
                    <a:pt x="96601" y="217598"/>
                  </a:cubicBezTo>
                  <a:lnTo>
                    <a:pt x="4325" y="290208"/>
                  </a:lnTo>
                  <a:lnTo>
                    <a:pt x="98966" y="290208"/>
                  </a:lnTo>
                  <a:lnTo>
                    <a:pt x="98966" y="530414"/>
                  </a:lnTo>
                  <a:lnTo>
                    <a:pt x="206064" y="530414"/>
                  </a:lnTo>
                  <a:cubicBezTo>
                    <a:pt x="228498" y="530817"/>
                    <a:pt x="238649" y="522686"/>
                    <a:pt x="239110" y="502212"/>
                  </a:cubicBezTo>
                  <a:lnTo>
                    <a:pt x="239110" y="290266"/>
                  </a:lnTo>
                  <a:lnTo>
                    <a:pt x="436004" y="290266"/>
                  </a:lnTo>
                  <a:cubicBezTo>
                    <a:pt x="439699" y="290752"/>
                    <a:pt x="443088" y="288151"/>
                    <a:pt x="443575" y="284457"/>
                  </a:cubicBezTo>
                  <a:cubicBezTo>
                    <a:pt x="443633" y="284012"/>
                    <a:pt x="443647" y="283562"/>
                    <a:pt x="443616" y="283114"/>
                  </a:cubicBezTo>
                  <a:lnTo>
                    <a:pt x="443617" y="229998"/>
                  </a:lnTo>
                  <a:lnTo>
                    <a:pt x="239398" y="229998"/>
                  </a:lnTo>
                  <a:lnTo>
                    <a:pt x="239398" y="96601"/>
                  </a:lnTo>
                  <a:cubicBezTo>
                    <a:pt x="239398" y="73071"/>
                    <a:pt x="250933" y="61998"/>
                    <a:pt x="274463" y="61998"/>
                  </a:cubicBezTo>
                  <a:lnTo>
                    <a:pt x="448057" y="61998"/>
                  </a:lnTo>
                  <a:cubicBezTo>
                    <a:pt x="451483" y="62307"/>
                    <a:pt x="454512" y="59781"/>
                    <a:pt x="454821" y="56355"/>
                  </a:cubicBezTo>
                  <a:cubicBezTo>
                    <a:pt x="454859" y="55930"/>
                    <a:pt x="454854" y="55501"/>
                    <a:pt x="454805" y="55077"/>
                  </a:cubicBezTo>
                  <a:lnTo>
                    <a:pt x="454805" y="4325"/>
                  </a:lnTo>
                  <a:lnTo>
                    <a:pt x="164943" y="4325"/>
                  </a:lnTo>
                </a:path>
              </a:pathLst>
            </a:custGeom>
            <a:solidFill>
              <a:srgbClr val="000000"/>
            </a:solidFill>
            <a:ln w="9525" cap="flat">
              <a:noFill/>
              <a:prstDash val="solid"/>
              <a:miter/>
            </a:ln>
          </p:spPr>
          <p:txBody>
            <a:bodyPr rtlCol="0" anchor="ctr"/>
            <a:lstStyle/>
            <a:p>
              <a:endParaRPr lang="ja-JP" altLang="en-US"/>
            </a:p>
          </p:txBody>
        </p:sp>
        <p:sp>
          <p:nvSpPr>
            <p:cNvPr id="72" name="フリーフォーム: 図形 71">
              <a:extLst>
                <a:ext uri="{FF2B5EF4-FFF2-40B4-BE49-F238E27FC236}">
                  <a16:creationId xmlns:a16="http://schemas.microsoft.com/office/drawing/2014/main" id="{6D91FCA8-E05E-441A-972E-80BAF2E084C1}"/>
                </a:ext>
              </a:extLst>
            </p:cNvPr>
            <p:cNvSpPr/>
            <p:nvPr/>
          </p:nvSpPr>
          <p:spPr>
            <a:xfrm>
              <a:off x="3810014" y="3925867"/>
              <a:ext cx="201854" cy="207621"/>
            </a:xfrm>
            <a:custGeom>
              <a:avLst/>
              <a:gdLst>
                <a:gd name="connsiteX0" fmla="*/ 49774 w 201853"/>
                <a:gd name="connsiteY0" fmla="*/ 4325 h 207620"/>
                <a:gd name="connsiteX1" fmla="*/ 112868 w 201853"/>
                <a:gd name="connsiteY1" fmla="*/ 143604 h 207620"/>
                <a:gd name="connsiteX2" fmla="*/ 171290 w 201853"/>
                <a:gd name="connsiteY2" fmla="*/ 4325 h 207620"/>
                <a:gd name="connsiteX3" fmla="*/ 201453 w 201853"/>
                <a:gd name="connsiteY3" fmla="*/ 4325 h 207620"/>
                <a:gd name="connsiteX4" fmla="*/ 118808 w 201853"/>
                <a:gd name="connsiteY4" fmla="*/ 201277 h 207620"/>
                <a:gd name="connsiteX5" fmla="*/ 107274 w 201853"/>
                <a:gd name="connsiteY5" fmla="*/ 208947 h 207620"/>
                <a:gd name="connsiteX6" fmla="*/ 93548 w 201853"/>
                <a:gd name="connsiteY6" fmla="*/ 208947 h 207620"/>
                <a:gd name="connsiteX7" fmla="*/ 4790 w 201853"/>
                <a:gd name="connsiteY7" fmla="*/ 11938 h 207620"/>
                <a:gd name="connsiteX8" fmla="*/ 7556 w 201853"/>
                <a:gd name="connsiteY8" fmla="*/ 4788 h 207620"/>
                <a:gd name="connsiteX9" fmla="*/ 9692 w 201853"/>
                <a:gd name="connsiteY9" fmla="*/ 4325 h 207620"/>
                <a:gd name="connsiteX10" fmla="*/ 50063 w 201853"/>
                <a:gd name="connsiteY10" fmla="*/ 4325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1853" h="207620">
                  <a:moveTo>
                    <a:pt x="49774" y="4325"/>
                  </a:moveTo>
                  <a:lnTo>
                    <a:pt x="112868" y="143604"/>
                  </a:lnTo>
                  <a:lnTo>
                    <a:pt x="171290" y="4325"/>
                  </a:lnTo>
                  <a:lnTo>
                    <a:pt x="201453" y="4325"/>
                  </a:lnTo>
                  <a:lnTo>
                    <a:pt x="118808" y="201277"/>
                  </a:lnTo>
                  <a:cubicBezTo>
                    <a:pt x="116858" y="205922"/>
                    <a:pt x="112312" y="208945"/>
                    <a:pt x="107274" y="208947"/>
                  </a:cubicBezTo>
                  <a:lnTo>
                    <a:pt x="93548" y="208947"/>
                  </a:lnTo>
                  <a:lnTo>
                    <a:pt x="4790" y="11938"/>
                  </a:lnTo>
                  <a:cubicBezTo>
                    <a:pt x="3579" y="9200"/>
                    <a:pt x="4818" y="5999"/>
                    <a:pt x="7556" y="4788"/>
                  </a:cubicBezTo>
                  <a:cubicBezTo>
                    <a:pt x="8229" y="4490"/>
                    <a:pt x="8956" y="4333"/>
                    <a:pt x="9692" y="4325"/>
                  </a:cubicBezTo>
                  <a:lnTo>
                    <a:pt x="50063" y="4325"/>
                  </a:lnTo>
                </a:path>
              </a:pathLst>
            </a:custGeom>
            <a:solidFill>
              <a:srgbClr val="000000"/>
            </a:solidFill>
            <a:ln w="9525" cap="flat">
              <a:noFill/>
              <a:prstDash val="solid"/>
              <a:miter/>
            </a:ln>
          </p:spPr>
          <p:txBody>
            <a:bodyPr rtlCol="0" anchor="ctr"/>
            <a:lstStyle/>
            <a:p>
              <a:endParaRPr lang="ja-JP" altLang="en-US"/>
            </a:p>
          </p:txBody>
        </p:sp>
        <p:sp>
          <p:nvSpPr>
            <p:cNvPr id="73" name="フリーフォーム: 図形 72">
              <a:extLst>
                <a:ext uri="{FF2B5EF4-FFF2-40B4-BE49-F238E27FC236}">
                  <a16:creationId xmlns:a16="http://schemas.microsoft.com/office/drawing/2014/main" id="{803B9A90-3401-48EB-BA6B-B7EB7FCA53CE}"/>
                </a:ext>
              </a:extLst>
            </p:cNvPr>
            <p:cNvSpPr/>
            <p:nvPr/>
          </p:nvSpPr>
          <p:spPr>
            <a:xfrm>
              <a:off x="4166087" y="3903893"/>
              <a:ext cx="51905" cy="230690"/>
            </a:xfrm>
            <a:custGeom>
              <a:avLst/>
              <a:gdLst>
                <a:gd name="connsiteX0" fmla="*/ 47580 w 51905"/>
                <a:gd name="connsiteY0" fmla="*/ 219501 h 230689"/>
                <a:gd name="connsiteX1" fmla="*/ 39275 w 51905"/>
                <a:gd name="connsiteY1" fmla="*/ 227806 h 230689"/>
                <a:gd name="connsiteX2" fmla="*/ 39217 w 51905"/>
                <a:gd name="connsiteY2" fmla="*/ 227806 h 230689"/>
                <a:gd name="connsiteX3" fmla="*/ 4325 w 51905"/>
                <a:gd name="connsiteY3" fmla="*/ 227806 h 230689"/>
                <a:gd name="connsiteX4" fmla="*/ 4325 w 51905"/>
                <a:gd name="connsiteY4" fmla="*/ 12630 h 230689"/>
                <a:gd name="connsiteX5" fmla="*/ 12630 w 51905"/>
                <a:gd name="connsiteY5" fmla="*/ 4325 h 230689"/>
                <a:gd name="connsiteX6" fmla="*/ 47580 w 51905"/>
                <a:gd name="connsiteY6" fmla="*/ 4325 h 230689"/>
                <a:gd name="connsiteX7" fmla="*/ 47580 w 51905"/>
                <a:gd name="connsiteY7" fmla="*/ 219501 h 230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30689">
                  <a:moveTo>
                    <a:pt x="47580" y="219501"/>
                  </a:moveTo>
                  <a:cubicBezTo>
                    <a:pt x="47580" y="224088"/>
                    <a:pt x="43862" y="227806"/>
                    <a:pt x="39275" y="227806"/>
                  </a:cubicBezTo>
                  <a:cubicBezTo>
                    <a:pt x="39256" y="227806"/>
                    <a:pt x="39237" y="227806"/>
                    <a:pt x="39217" y="227806"/>
                  </a:cubicBezTo>
                  <a:lnTo>
                    <a:pt x="4325" y="227806"/>
                  </a:lnTo>
                  <a:lnTo>
                    <a:pt x="4325" y="12630"/>
                  </a:lnTo>
                  <a:cubicBezTo>
                    <a:pt x="4357" y="8057"/>
                    <a:pt x="8057" y="4357"/>
                    <a:pt x="12630" y="4325"/>
                  </a:cubicBezTo>
                  <a:lnTo>
                    <a:pt x="47580" y="4325"/>
                  </a:lnTo>
                  <a:lnTo>
                    <a:pt x="47580" y="219501"/>
                  </a:lnTo>
                </a:path>
              </a:pathLst>
            </a:custGeom>
            <a:solidFill>
              <a:srgbClr val="000000"/>
            </a:solidFill>
            <a:ln w="9525" cap="flat">
              <a:noFill/>
              <a:prstDash val="solid"/>
              <a:miter/>
            </a:ln>
          </p:spPr>
          <p:txBody>
            <a:bodyPr rtlCol="0" anchor="ctr"/>
            <a:lstStyle/>
            <a:p>
              <a:endParaRPr lang="ja-JP" altLang="en-US"/>
            </a:p>
          </p:txBody>
        </p:sp>
        <p:sp>
          <p:nvSpPr>
            <p:cNvPr id="74" name="フリーフォーム: 図形 73">
              <a:extLst>
                <a:ext uri="{FF2B5EF4-FFF2-40B4-BE49-F238E27FC236}">
                  <a16:creationId xmlns:a16="http://schemas.microsoft.com/office/drawing/2014/main" id="{42CF9D03-DDF7-4841-A0D3-B1BC661DBD9A}"/>
                </a:ext>
              </a:extLst>
            </p:cNvPr>
            <p:cNvSpPr/>
            <p:nvPr/>
          </p:nvSpPr>
          <p:spPr>
            <a:xfrm>
              <a:off x="5412331" y="3925751"/>
              <a:ext cx="51905" cy="207621"/>
            </a:xfrm>
            <a:custGeom>
              <a:avLst/>
              <a:gdLst>
                <a:gd name="connsiteX0" fmla="*/ 4325 w 51905"/>
                <a:gd name="connsiteY0" fmla="*/ 12630 h 207620"/>
                <a:gd name="connsiteX1" fmla="*/ 12630 w 51905"/>
                <a:gd name="connsiteY1" fmla="*/ 4325 h 207620"/>
                <a:gd name="connsiteX2" fmla="*/ 51098 w 51905"/>
                <a:gd name="connsiteY2" fmla="*/ 4325 h 207620"/>
                <a:gd name="connsiteX3" fmla="*/ 51098 w 51905"/>
                <a:gd name="connsiteY3" fmla="*/ 197528 h 207620"/>
                <a:gd name="connsiteX4" fmla="*/ 42793 w 51905"/>
                <a:gd name="connsiteY4" fmla="*/ 205833 h 207620"/>
                <a:gd name="connsiteX5" fmla="*/ 42735 w 51905"/>
                <a:gd name="connsiteY5" fmla="*/ 205833 h 207620"/>
                <a:gd name="connsiteX6" fmla="*/ 4325 w 51905"/>
                <a:gd name="connsiteY6" fmla="*/ 205833 h 207620"/>
                <a:gd name="connsiteX7" fmla="*/ 4325 w 51905"/>
                <a:gd name="connsiteY7" fmla="*/ 12630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207620">
                  <a:moveTo>
                    <a:pt x="4325" y="12630"/>
                  </a:moveTo>
                  <a:cubicBezTo>
                    <a:pt x="4325" y="8044"/>
                    <a:pt x="8044" y="4325"/>
                    <a:pt x="12630" y="4325"/>
                  </a:cubicBezTo>
                  <a:lnTo>
                    <a:pt x="51098" y="4325"/>
                  </a:lnTo>
                  <a:lnTo>
                    <a:pt x="51098" y="197528"/>
                  </a:lnTo>
                  <a:cubicBezTo>
                    <a:pt x="51098" y="202115"/>
                    <a:pt x="47380" y="205833"/>
                    <a:pt x="42793" y="205833"/>
                  </a:cubicBezTo>
                  <a:cubicBezTo>
                    <a:pt x="42774" y="205833"/>
                    <a:pt x="42755" y="205833"/>
                    <a:pt x="42735" y="205833"/>
                  </a:cubicBezTo>
                  <a:lnTo>
                    <a:pt x="4325" y="205833"/>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5" name="フリーフォーム: 図形 74">
              <a:extLst>
                <a:ext uri="{FF2B5EF4-FFF2-40B4-BE49-F238E27FC236}">
                  <a16:creationId xmlns:a16="http://schemas.microsoft.com/office/drawing/2014/main" id="{67C3BFF3-0AA2-40E3-83B7-47BD63F45380}"/>
                </a:ext>
              </a:extLst>
            </p:cNvPr>
            <p:cNvSpPr/>
            <p:nvPr/>
          </p:nvSpPr>
          <p:spPr>
            <a:xfrm>
              <a:off x="5993865" y="3972639"/>
              <a:ext cx="161483" cy="161483"/>
            </a:xfrm>
            <a:custGeom>
              <a:avLst/>
              <a:gdLst>
                <a:gd name="connsiteX0" fmla="*/ 47500 w 161482"/>
                <a:gd name="connsiteY0" fmla="*/ 4441 h 161482"/>
                <a:gd name="connsiteX1" fmla="*/ 89543 w 161482"/>
                <a:gd name="connsiteY1" fmla="*/ 99658 h 161482"/>
                <a:gd name="connsiteX2" fmla="*/ 132451 w 161482"/>
                <a:gd name="connsiteY2" fmla="*/ 4441 h 161482"/>
                <a:gd name="connsiteX3" fmla="*/ 162326 w 161482"/>
                <a:gd name="connsiteY3" fmla="*/ 4441 h 161482"/>
                <a:gd name="connsiteX4" fmla="*/ 94734 w 161482"/>
                <a:gd name="connsiteY4" fmla="*/ 154908 h 161482"/>
                <a:gd name="connsiteX5" fmla="*/ 83199 w 161482"/>
                <a:gd name="connsiteY5" fmla="*/ 162463 h 161482"/>
                <a:gd name="connsiteX6" fmla="*/ 71665 w 161482"/>
                <a:gd name="connsiteY6" fmla="*/ 162463 h 161482"/>
                <a:gd name="connsiteX7" fmla="*/ 4764 w 161482"/>
                <a:gd name="connsiteY7" fmla="*/ 11881 h 161482"/>
                <a:gd name="connsiteX8" fmla="*/ 7614 w 161482"/>
                <a:gd name="connsiteY8" fmla="*/ 4763 h 161482"/>
                <a:gd name="connsiteX9" fmla="*/ 9782 w 161482"/>
                <a:gd name="connsiteY9" fmla="*/ 4326 h 161482"/>
                <a:gd name="connsiteX10" fmla="*/ 47269 w 161482"/>
                <a:gd name="connsiteY10"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482" h="161482">
                  <a:moveTo>
                    <a:pt x="47500" y="4441"/>
                  </a:moveTo>
                  <a:lnTo>
                    <a:pt x="89543" y="99658"/>
                  </a:lnTo>
                  <a:lnTo>
                    <a:pt x="132451" y="4441"/>
                  </a:lnTo>
                  <a:lnTo>
                    <a:pt x="162326" y="4441"/>
                  </a:lnTo>
                  <a:lnTo>
                    <a:pt x="94734" y="154908"/>
                  </a:lnTo>
                  <a:cubicBezTo>
                    <a:pt x="92678" y="159449"/>
                    <a:pt x="88183" y="162393"/>
                    <a:pt x="83199" y="162463"/>
                  </a:cubicBezTo>
                  <a:lnTo>
                    <a:pt x="71665" y="162463"/>
                  </a:lnTo>
                  <a:lnTo>
                    <a:pt x="4764" y="11881"/>
                  </a:lnTo>
                  <a:cubicBezTo>
                    <a:pt x="3586" y="9128"/>
                    <a:pt x="4862" y="5942"/>
                    <a:pt x="7614" y="4763"/>
                  </a:cubicBezTo>
                  <a:cubicBezTo>
                    <a:pt x="8299" y="4470"/>
                    <a:pt x="9037" y="4321"/>
                    <a:pt x="9782" y="4326"/>
                  </a:cubicBezTo>
                  <a:lnTo>
                    <a:pt x="47269" y="4326"/>
                  </a:lnTo>
                </a:path>
              </a:pathLst>
            </a:custGeom>
            <a:solidFill>
              <a:srgbClr val="000000"/>
            </a:solidFill>
            <a:ln w="9525" cap="flat">
              <a:noFill/>
              <a:prstDash val="solid"/>
              <a:miter/>
            </a:ln>
          </p:spPr>
          <p:txBody>
            <a:bodyPr rtlCol="0" anchor="ctr"/>
            <a:lstStyle/>
            <a:p>
              <a:endParaRPr lang="ja-JP" altLang="en-US"/>
            </a:p>
          </p:txBody>
        </p:sp>
        <p:sp>
          <p:nvSpPr>
            <p:cNvPr id="76" name="フリーフォーム: 図形 75">
              <a:extLst>
                <a:ext uri="{FF2B5EF4-FFF2-40B4-BE49-F238E27FC236}">
                  <a16:creationId xmlns:a16="http://schemas.microsoft.com/office/drawing/2014/main" id="{5B10DF58-E06C-49FE-8DAF-7A46479548C3}"/>
                </a:ext>
              </a:extLst>
            </p:cNvPr>
            <p:cNvSpPr/>
            <p:nvPr/>
          </p:nvSpPr>
          <p:spPr>
            <a:xfrm>
              <a:off x="6442822" y="3975523"/>
              <a:ext cx="51905" cy="155716"/>
            </a:xfrm>
            <a:custGeom>
              <a:avLst/>
              <a:gdLst>
                <a:gd name="connsiteX0" fmla="*/ 4325 w 51905"/>
                <a:gd name="connsiteY0" fmla="*/ 12630 h 155715"/>
                <a:gd name="connsiteX1" fmla="*/ 12688 w 51905"/>
                <a:gd name="connsiteY1" fmla="*/ 4325 h 155715"/>
                <a:gd name="connsiteX2" fmla="*/ 47926 w 51905"/>
                <a:gd name="connsiteY2" fmla="*/ 4325 h 155715"/>
                <a:gd name="connsiteX3" fmla="*/ 47926 w 51905"/>
                <a:gd name="connsiteY3" fmla="*/ 147872 h 155715"/>
                <a:gd name="connsiteX4" fmla="*/ 39621 w 51905"/>
                <a:gd name="connsiteY4" fmla="*/ 156177 h 155715"/>
                <a:gd name="connsiteX5" fmla="*/ 39563 w 51905"/>
                <a:gd name="connsiteY5" fmla="*/ 156177 h 155715"/>
                <a:gd name="connsiteX6" fmla="*/ 4325 w 51905"/>
                <a:gd name="connsiteY6" fmla="*/ 156177 h 155715"/>
                <a:gd name="connsiteX7" fmla="*/ 4325 w 51905"/>
                <a:gd name="connsiteY7" fmla="*/ 12630 h 155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905" h="155715">
                  <a:moveTo>
                    <a:pt x="4325" y="12630"/>
                  </a:moveTo>
                  <a:cubicBezTo>
                    <a:pt x="4357" y="8034"/>
                    <a:pt x="8092" y="4325"/>
                    <a:pt x="12688" y="4325"/>
                  </a:cubicBezTo>
                  <a:lnTo>
                    <a:pt x="47926" y="4325"/>
                  </a:lnTo>
                  <a:lnTo>
                    <a:pt x="47926" y="147872"/>
                  </a:lnTo>
                  <a:cubicBezTo>
                    <a:pt x="47926" y="152459"/>
                    <a:pt x="44208" y="156177"/>
                    <a:pt x="39621" y="156177"/>
                  </a:cubicBezTo>
                  <a:cubicBezTo>
                    <a:pt x="39602" y="156177"/>
                    <a:pt x="39583" y="156177"/>
                    <a:pt x="39563" y="156177"/>
                  </a:cubicBezTo>
                  <a:lnTo>
                    <a:pt x="4325" y="156177"/>
                  </a:lnTo>
                  <a:lnTo>
                    <a:pt x="4325" y="12630"/>
                  </a:lnTo>
                </a:path>
              </a:pathLst>
            </a:custGeom>
            <a:solidFill>
              <a:srgbClr val="000000"/>
            </a:solidFill>
            <a:ln w="9525" cap="flat">
              <a:noFill/>
              <a:prstDash val="solid"/>
              <a:miter/>
            </a:ln>
          </p:spPr>
          <p:txBody>
            <a:bodyPr rtlCol="0" anchor="ctr"/>
            <a:lstStyle/>
            <a:p>
              <a:endParaRPr lang="ja-JP" altLang="en-US"/>
            </a:p>
          </p:txBody>
        </p:sp>
        <p:sp>
          <p:nvSpPr>
            <p:cNvPr id="77" name="フリーフォーム: 図形 76">
              <a:extLst>
                <a:ext uri="{FF2B5EF4-FFF2-40B4-BE49-F238E27FC236}">
                  <a16:creationId xmlns:a16="http://schemas.microsoft.com/office/drawing/2014/main" id="{FF2C431C-A2D3-479C-B7E3-23CC8D9A7443}"/>
                </a:ext>
              </a:extLst>
            </p:cNvPr>
            <p:cNvSpPr/>
            <p:nvPr/>
          </p:nvSpPr>
          <p:spPr>
            <a:xfrm>
              <a:off x="4773551" y="3972062"/>
              <a:ext cx="115345" cy="161483"/>
            </a:xfrm>
            <a:custGeom>
              <a:avLst/>
              <a:gdLst>
                <a:gd name="connsiteX0" fmla="*/ 85990 w 115344"/>
                <a:gd name="connsiteY0" fmla="*/ 4325 h 161482"/>
                <a:gd name="connsiteX1" fmla="*/ 47868 w 115344"/>
                <a:gd name="connsiteY1" fmla="*/ 20589 h 161482"/>
                <a:gd name="connsiteX2" fmla="*/ 47868 w 115344"/>
                <a:gd name="connsiteY2" fmla="*/ 7843 h 161482"/>
                <a:gd name="connsiteX3" fmla="*/ 12630 w 115344"/>
                <a:gd name="connsiteY3" fmla="*/ 7843 h 161482"/>
                <a:gd name="connsiteX4" fmla="*/ 4325 w 115344"/>
                <a:gd name="connsiteY4" fmla="*/ 16148 h 161482"/>
                <a:gd name="connsiteX5" fmla="*/ 4325 w 115344"/>
                <a:gd name="connsiteY5" fmla="*/ 159637 h 161482"/>
                <a:gd name="connsiteX6" fmla="*/ 39563 w 115344"/>
                <a:gd name="connsiteY6" fmla="*/ 159637 h 161482"/>
                <a:gd name="connsiteX7" fmla="*/ 47868 w 115344"/>
                <a:gd name="connsiteY7" fmla="*/ 151333 h 161482"/>
                <a:gd name="connsiteX8" fmla="*/ 47868 w 115344"/>
                <a:gd name="connsiteY8" fmla="*/ 48560 h 161482"/>
                <a:gd name="connsiteX9" fmla="*/ 112115 w 115344"/>
                <a:gd name="connsiteY9" fmla="*/ 45792 h 161482"/>
                <a:gd name="connsiteX10" fmla="*/ 112115 w 115344"/>
                <a:gd name="connsiteY10" fmla="*/ 11188 h 161482"/>
                <a:gd name="connsiteX11" fmla="*/ 85990 w 115344"/>
                <a:gd name="connsiteY11" fmla="*/ 4325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344" h="161482">
                  <a:moveTo>
                    <a:pt x="85990" y="4325"/>
                  </a:moveTo>
                  <a:cubicBezTo>
                    <a:pt x="71841" y="5412"/>
                    <a:pt x="58444" y="11128"/>
                    <a:pt x="47868" y="20589"/>
                  </a:cubicBezTo>
                  <a:lnTo>
                    <a:pt x="47868" y="7843"/>
                  </a:lnTo>
                  <a:lnTo>
                    <a:pt x="12630" y="7843"/>
                  </a:lnTo>
                  <a:cubicBezTo>
                    <a:pt x="8044" y="7843"/>
                    <a:pt x="4325" y="11562"/>
                    <a:pt x="4325" y="16148"/>
                  </a:cubicBezTo>
                  <a:lnTo>
                    <a:pt x="4325" y="159637"/>
                  </a:lnTo>
                  <a:lnTo>
                    <a:pt x="39563" y="159637"/>
                  </a:lnTo>
                  <a:cubicBezTo>
                    <a:pt x="44150" y="159637"/>
                    <a:pt x="47868" y="155919"/>
                    <a:pt x="47868" y="151333"/>
                  </a:cubicBezTo>
                  <a:lnTo>
                    <a:pt x="47868" y="48560"/>
                  </a:lnTo>
                  <a:cubicBezTo>
                    <a:pt x="73302" y="23415"/>
                    <a:pt x="99024" y="35988"/>
                    <a:pt x="112115" y="45792"/>
                  </a:cubicBezTo>
                  <a:lnTo>
                    <a:pt x="112115" y="11188"/>
                  </a:lnTo>
                  <a:cubicBezTo>
                    <a:pt x="106233" y="6690"/>
                    <a:pt x="100465" y="4325"/>
                    <a:pt x="85990" y="4325"/>
                  </a:cubicBezTo>
                  <a:close/>
                </a:path>
              </a:pathLst>
            </a:custGeom>
            <a:solidFill>
              <a:srgbClr val="000000"/>
            </a:solidFill>
            <a:ln w="9525" cap="flat">
              <a:noFill/>
              <a:prstDash val="solid"/>
              <a:miter/>
            </a:ln>
          </p:spPr>
          <p:txBody>
            <a:bodyPr rtlCol="0" anchor="ctr"/>
            <a:lstStyle/>
            <a:p>
              <a:endParaRPr lang="ja-JP" altLang="en-US"/>
            </a:p>
          </p:txBody>
        </p:sp>
        <p:sp>
          <p:nvSpPr>
            <p:cNvPr id="78" name="フリーフォーム: 図形 77">
              <a:extLst>
                <a:ext uri="{FF2B5EF4-FFF2-40B4-BE49-F238E27FC236}">
                  <a16:creationId xmlns:a16="http://schemas.microsoft.com/office/drawing/2014/main" id="{5ED11B04-92E9-4EA8-945B-A5678684BC9F}"/>
                </a:ext>
              </a:extLst>
            </p:cNvPr>
            <p:cNvSpPr/>
            <p:nvPr/>
          </p:nvSpPr>
          <p:spPr>
            <a:xfrm>
              <a:off x="3997972" y="3972005"/>
              <a:ext cx="138414" cy="161483"/>
            </a:xfrm>
            <a:custGeom>
              <a:avLst/>
              <a:gdLst>
                <a:gd name="connsiteX0" fmla="*/ 75724 w 138413"/>
                <a:gd name="connsiteY0" fmla="*/ 4325 h 161482"/>
                <a:gd name="connsiteX1" fmla="*/ 134954 w 138413"/>
                <a:gd name="connsiteY1" fmla="*/ 45792 h 161482"/>
                <a:gd name="connsiteX2" fmla="*/ 134954 w 138413"/>
                <a:gd name="connsiteY2" fmla="*/ 151390 h 161482"/>
                <a:gd name="connsiteX3" fmla="*/ 126649 w 138413"/>
                <a:gd name="connsiteY3" fmla="*/ 159695 h 161482"/>
                <a:gd name="connsiteX4" fmla="*/ 91122 w 138413"/>
                <a:gd name="connsiteY4" fmla="*/ 159695 h 161482"/>
                <a:gd name="connsiteX5" fmla="*/ 91122 w 138413"/>
                <a:gd name="connsiteY5" fmla="*/ 146603 h 161482"/>
                <a:gd name="connsiteX6" fmla="*/ 49598 w 138413"/>
                <a:gd name="connsiteY6" fmla="*/ 162463 h 161482"/>
                <a:gd name="connsiteX7" fmla="*/ 4325 w 138413"/>
                <a:gd name="connsiteY7" fmla="*/ 120881 h 161482"/>
                <a:gd name="connsiteX8" fmla="*/ 90834 w 138413"/>
                <a:gd name="connsiteY8" fmla="*/ 55423 h 161482"/>
                <a:gd name="connsiteX9" fmla="*/ 90834 w 138413"/>
                <a:gd name="connsiteY9" fmla="*/ 55423 h 161482"/>
                <a:gd name="connsiteX10" fmla="*/ 88124 w 138413"/>
                <a:gd name="connsiteY10" fmla="*/ 33738 h 161482"/>
                <a:gd name="connsiteX11" fmla="*/ 71629 w 138413"/>
                <a:gd name="connsiteY11" fmla="*/ 23934 h 161482"/>
                <a:gd name="connsiteX12" fmla="*/ 14937 w 138413"/>
                <a:gd name="connsiteY12" fmla="*/ 37833 h 161482"/>
                <a:gd name="connsiteX13" fmla="*/ 14937 w 138413"/>
                <a:gd name="connsiteY13" fmla="*/ 16725 h 161482"/>
                <a:gd name="connsiteX14" fmla="*/ 75724 w 138413"/>
                <a:gd name="connsiteY14" fmla="*/ 4325 h 161482"/>
                <a:gd name="connsiteX15" fmla="*/ 91122 w 138413"/>
                <a:gd name="connsiteY15" fmla="*/ 125438 h 161482"/>
                <a:gd name="connsiteX16" fmla="*/ 91122 w 138413"/>
                <a:gd name="connsiteY16" fmla="*/ 75782 h 161482"/>
                <a:gd name="connsiteX17" fmla="*/ 48445 w 138413"/>
                <a:gd name="connsiteY17" fmla="*/ 117421 h 161482"/>
                <a:gd name="connsiteX18" fmla="*/ 65055 w 138413"/>
                <a:gd name="connsiteY18" fmla="*/ 137895 h 161482"/>
                <a:gd name="connsiteX19" fmla="*/ 91122 w 138413"/>
                <a:gd name="connsiteY19" fmla="*/ 125149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75724" y="4325"/>
                  </a:moveTo>
                  <a:cubicBezTo>
                    <a:pt x="124111" y="4325"/>
                    <a:pt x="134954" y="26875"/>
                    <a:pt x="134954" y="45792"/>
                  </a:cubicBezTo>
                  <a:lnTo>
                    <a:pt x="134954" y="151390"/>
                  </a:lnTo>
                  <a:cubicBezTo>
                    <a:pt x="134954" y="155977"/>
                    <a:pt x="131235" y="159695"/>
                    <a:pt x="126649" y="159695"/>
                  </a:cubicBezTo>
                  <a:lnTo>
                    <a:pt x="91122" y="159695"/>
                  </a:lnTo>
                  <a:lnTo>
                    <a:pt x="91122" y="146603"/>
                  </a:lnTo>
                  <a:cubicBezTo>
                    <a:pt x="79789" y="156958"/>
                    <a:pt x="64949" y="162626"/>
                    <a:pt x="49598" y="162463"/>
                  </a:cubicBezTo>
                  <a:cubicBezTo>
                    <a:pt x="39506" y="162463"/>
                    <a:pt x="4325" y="158484"/>
                    <a:pt x="4325" y="120881"/>
                  </a:cubicBezTo>
                  <a:cubicBezTo>
                    <a:pt x="4325" y="80049"/>
                    <a:pt x="55308" y="64939"/>
                    <a:pt x="90834" y="55423"/>
                  </a:cubicBezTo>
                  <a:lnTo>
                    <a:pt x="90834" y="55423"/>
                  </a:lnTo>
                  <a:cubicBezTo>
                    <a:pt x="91163" y="48094"/>
                    <a:pt x="90247" y="40761"/>
                    <a:pt x="88124" y="33738"/>
                  </a:cubicBezTo>
                  <a:cubicBezTo>
                    <a:pt x="85990" y="26068"/>
                    <a:pt x="75897" y="23934"/>
                    <a:pt x="71629" y="23934"/>
                  </a:cubicBezTo>
                  <a:cubicBezTo>
                    <a:pt x="51997" y="24760"/>
                    <a:pt x="32725" y="29485"/>
                    <a:pt x="14937" y="37833"/>
                  </a:cubicBezTo>
                  <a:lnTo>
                    <a:pt x="14937" y="16725"/>
                  </a:lnTo>
                  <a:cubicBezTo>
                    <a:pt x="34404" y="9361"/>
                    <a:pt x="54928" y="5174"/>
                    <a:pt x="75724" y="4325"/>
                  </a:cubicBezTo>
                  <a:close/>
                  <a:moveTo>
                    <a:pt x="91122" y="125438"/>
                  </a:moveTo>
                  <a:cubicBezTo>
                    <a:pt x="91122" y="110328"/>
                    <a:pt x="91122" y="90488"/>
                    <a:pt x="91122" y="75782"/>
                  </a:cubicBezTo>
                  <a:cubicBezTo>
                    <a:pt x="61017" y="85471"/>
                    <a:pt x="48445" y="104041"/>
                    <a:pt x="48445" y="117421"/>
                  </a:cubicBezTo>
                  <a:cubicBezTo>
                    <a:pt x="48445" y="126879"/>
                    <a:pt x="54212" y="137895"/>
                    <a:pt x="65055" y="137895"/>
                  </a:cubicBezTo>
                  <a:cubicBezTo>
                    <a:pt x="75281" y="138055"/>
                    <a:pt x="84969" y="133319"/>
                    <a:pt x="91122" y="125149"/>
                  </a:cubicBezTo>
                  <a:close/>
                </a:path>
              </a:pathLst>
            </a:custGeom>
            <a:solidFill>
              <a:srgbClr val="000000"/>
            </a:solidFill>
            <a:ln w="9525" cap="flat">
              <a:noFill/>
              <a:prstDash val="solid"/>
              <a:miter/>
            </a:ln>
          </p:spPr>
          <p:txBody>
            <a:bodyPr rtlCol="0" anchor="ctr"/>
            <a:lstStyle/>
            <a:p>
              <a:endParaRPr lang="ja-JP" altLang="en-US"/>
            </a:p>
          </p:txBody>
        </p:sp>
        <p:sp>
          <p:nvSpPr>
            <p:cNvPr id="79" name="フリーフォーム: 図形 78">
              <a:extLst>
                <a:ext uri="{FF2B5EF4-FFF2-40B4-BE49-F238E27FC236}">
                  <a16:creationId xmlns:a16="http://schemas.microsoft.com/office/drawing/2014/main" id="{991F5944-29BB-4124-A9A6-7560D5A99E80}"/>
                </a:ext>
              </a:extLst>
            </p:cNvPr>
            <p:cNvSpPr/>
            <p:nvPr/>
          </p:nvSpPr>
          <p:spPr>
            <a:xfrm>
              <a:off x="4643672" y="3912428"/>
              <a:ext cx="126879" cy="219155"/>
            </a:xfrm>
            <a:custGeom>
              <a:avLst/>
              <a:gdLst>
                <a:gd name="connsiteX0" fmla="*/ 95794 w 126879"/>
                <a:gd name="connsiteY0" fmla="*/ 24050 h 219155"/>
                <a:gd name="connsiteX1" fmla="*/ 125668 w 126879"/>
                <a:gd name="connsiteY1" fmla="*/ 28087 h 219155"/>
                <a:gd name="connsiteX2" fmla="*/ 125668 w 126879"/>
                <a:gd name="connsiteY2" fmla="*/ 8651 h 219155"/>
                <a:gd name="connsiteX3" fmla="*/ 91930 w 126879"/>
                <a:gd name="connsiteY3" fmla="*/ 4326 h 219155"/>
                <a:gd name="connsiteX4" fmla="*/ 32700 w 126879"/>
                <a:gd name="connsiteY4" fmla="*/ 47638 h 219155"/>
                <a:gd name="connsiteX5" fmla="*/ 32700 w 126879"/>
                <a:gd name="connsiteY5" fmla="*/ 67535 h 219155"/>
                <a:gd name="connsiteX6" fmla="*/ 4325 w 126879"/>
                <a:gd name="connsiteY6" fmla="*/ 67535 h 219155"/>
                <a:gd name="connsiteX7" fmla="*/ 4325 w 126879"/>
                <a:gd name="connsiteY7" fmla="*/ 86048 h 219155"/>
                <a:gd name="connsiteX8" fmla="*/ 32700 w 126879"/>
                <a:gd name="connsiteY8" fmla="*/ 86048 h 219155"/>
                <a:gd name="connsiteX9" fmla="*/ 32700 w 126879"/>
                <a:gd name="connsiteY9" fmla="*/ 219329 h 219155"/>
                <a:gd name="connsiteX10" fmla="*/ 67881 w 126879"/>
                <a:gd name="connsiteY10" fmla="*/ 219329 h 219155"/>
                <a:gd name="connsiteX11" fmla="*/ 76243 w 126879"/>
                <a:gd name="connsiteY11" fmla="*/ 211082 h 219155"/>
                <a:gd name="connsiteX12" fmla="*/ 76243 w 126879"/>
                <a:gd name="connsiteY12" fmla="*/ 211024 h 219155"/>
                <a:gd name="connsiteX13" fmla="*/ 76243 w 126879"/>
                <a:gd name="connsiteY13" fmla="*/ 85990 h 219155"/>
                <a:gd name="connsiteX14" fmla="*/ 112115 w 126879"/>
                <a:gd name="connsiteY14" fmla="*/ 85990 h 219155"/>
                <a:gd name="connsiteX15" fmla="*/ 112115 w 126879"/>
                <a:gd name="connsiteY15" fmla="*/ 67477 h 219155"/>
                <a:gd name="connsiteX16" fmla="*/ 76243 w 126879"/>
                <a:gd name="connsiteY16" fmla="*/ 67477 h 219155"/>
                <a:gd name="connsiteX17" fmla="*/ 76243 w 126879"/>
                <a:gd name="connsiteY17" fmla="*/ 57385 h 219155"/>
                <a:gd name="connsiteX18" fmla="*/ 79011 w 126879"/>
                <a:gd name="connsiteY18" fmla="*/ 35642 h 219155"/>
                <a:gd name="connsiteX19" fmla="*/ 95794 w 126879"/>
                <a:gd name="connsiteY19" fmla="*/ 24050 h 219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6879" h="219155">
                  <a:moveTo>
                    <a:pt x="95794" y="24050"/>
                  </a:moveTo>
                  <a:cubicBezTo>
                    <a:pt x="105917" y="23516"/>
                    <a:pt x="116050" y="24886"/>
                    <a:pt x="125668" y="28087"/>
                  </a:cubicBezTo>
                  <a:lnTo>
                    <a:pt x="125668" y="8651"/>
                  </a:lnTo>
                  <a:cubicBezTo>
                    <a:pt x="114658" y="5748"/>
                    <a:pt x="103316" y="4294"/>
                    <a:pt x="91930" y="4326"/>
                  </a:cubicBezTo>
                  <a:cubicBezTo>
                    <a:pt x="73532" y="4326"/>
                    <a:pt x="32700" y="11593"/>
                    <a:pt x="32700" y="47638"/>
                  </a:cubicBezTo>
                  <a:lnTo>
                    <a:pt x="32700" y="67535"/>
                  </a:lnTo>
                  <a:lnTo>
                    <a:pt x="4325" y="67535"/>
                  </a:lnTo>
                  <a:lnTo>
                    <a:pt x="4325" y="86048"/>
                  </a:lnTo>
                  <a:lnTo>
                    <a:pt x="32700" y="86048"/>
                  </a:lnTo>
                  <a:lnTo>
                    <a:pt x="32700" y="219329"/>
                  </a:lnTo>
                  <a:lnTo>
                    <a:pt x="67881" y="219329"/>
                  </a:lnTo>
                  <a:cubicBezTo>
                    <a:pt x="72467" y="219361"/>
                    <a:pt x="76211" y="215669"/>
                    <a:pt x="76243" y="211082"/>
                  </a:cubicBezTo>
                  <a:cubicBezTo>
                    <a:pt x="76243" y="211063"/>
                    <a:pt x="76243" y="211043"/>
                    <a:pt x="76243" y="211024"/>
                  </a:cubicBezTo>
                  <a:lnTo>
                    <a:pt x="76243" y="85990"/>
                  </a:lnTo>
                  <a:lnTo>
                    <a:pt x="112115" y="85990"/>
                  </a:lnTo>
                  <a:lnTo>
                    <a:pt x="112115" y="67477"/>
                  </a:lnTo>
                  <a:lnTo>
                    <a:pt x="76243" y="67477"/>
                  </a:lnTo>
                  <a:lnTo>
                    <a:pt x="76243" y="57385"/>
                  </a:lnTo>
                  <a:cubicBezTo>
                    <a:pt x="75448" y="50020"/>
                    <a:pt x="76396" y="42572"/>
                    <a:pt x="79011" y="35642"/>
                  </a:cubicBezTo>
                  <a:cubicBezTo>
                    <a:pt x="82365" y="29258"/>
                    <a:pt x="88637" y="24926"/>
                    <a:pt x="95794" y="24050"/>
                  </a:cubicBezTo>
                  <a:close/>
                </a:path>
              </a:pathLst>
            </a:custGeom>
            <a:solidFill>
              <a:srgbClr val="000000"/>
            </a:solidFill>
            <a:ln w="9525" cap="flat">
              <a:noFill/>
              <a:prstDash val="solid"/>
              <a:miter/>
            </a:ln>
          </p:spPr>
          <p:txBody>
            <a:bodyPr rtlCol="0" anchor="ctr"/>
            <a:lstStyle/>
            <a:p>
              <a:endParaRPr lang="ja-JP" altLang="en-US"/>
            </a:p>
          </p:txBody>
        </p:sp>
        <p:sp>
          <p:nvSpPr>
            <p:cNvPr id="80" name="フリーフォーム: 図形 79">
              <a:extLst>
                <a:ext uri="{FF2B5EF4-FFF2-40B4-BE49-F238E27FC236}">
                  <a16:creationId xmlns:a16="http://schemas.microsoft.com/office/drawing/2014/main" id="{32C2910A-E79C-4D86-BD0E-D07C3DFEAFA5}"/>
                </a:ext>
              </a:extLst>
            </p:cNvPr>
            <p:cNvSpPr/>
            <p:nvPr/>
          </p:nvSpPr>
          <p:spPr>
            <a:xfrm>
              <a:off x="4404620" y="3972921"/>
              <a:ext cx="149948" cy="161483"/>
            </a:xfrm>
            <a:custGeom>
              <a:avLst/>
              <a:gdLst>
                <a:gd name="connsiteX0" fmla="*/ 78319 w 149948"/>
                <a:gd name="connsiteY0" fmla="*/ 162181 h 161482"/>
                <a:gd name="connsiteX1" fmla="*/ 4325 w 149948"/>
                <a:gd name="connsiteY1" fmla="*/ 87784 h 161482"/>
                <a:gd name="connsiteX2" fmla="*/ 79934 w 149948"/>
                <a:gd name="connsiteY2" fmla="*/ 4332 h 161482"/>
                <a:gd name="connsiteX3" fmla="*/ 146892 w 149948"/>
                <a:gd name="connsiteY3" fmla="*/ 79825 h 161482"/>
                <a:gd name="connsiteX4" fmla="*/ 47234 w 149948"/>
                <a:gd name="connsiteY4" fmla="*/ 79825 h 161482"/>
                <a:gd name="connsiteX5" fmla="*/ 85817 w 149948"/>
                <a:gd name="connsiteY5" fmla="*/ 132192 h 161482"/>
                <a:gd name="connsiteX6" fmla="*/ 127283 w 149948"/>
                <a:gd name="connsiteY6" fmla="*/ 100587 h 161482"/>
                <a:gd name="connsiteX7" fmla="*/ 149660 w 149948"/>
                <a:gd name="connsiteY7" fmla="*/ 100587 h 161482"/>
                <a:gd name="connsiteX8" fmla="*/ 131089 w 149948"/>
                <a:gd name="connsiteY8" fmla="*/ 137440 h 161482"/>
                <a:gd name="connsiteX9" fmla="*/ 78319 w 149948"/>
                <a:gd name="connsiteY9" fmla="*/ 162181 h 161482"/>
                <a:gd name="connsiteX10" fmla="*/ 96832 w 149948"/>
                <a:gd name="connsiteY10" fmla="*/ 64138 h 161482"/>
                <a:gd name="connsiteX11" fmla="*/ 70822 w 149948"/>
                <a:gd name="connsiteY11" fmla="*/ 23018 h 161482"/>
                <a:gd name="connsiteX12" fmla="*/ 47753 w 149948"/>
                <a:gd name="connsiteY12" fmla="*/ 641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9948" h="161482">
                  <a:moveTo>
                    <a:pt x="78319" y="162181"/>
                  </a:moveTo>
                  <a:cubicBezTo>
                    <a:pt x="37622" y="161407"/>
                    <a:pt x="4878" y="128485"/>
                    <a:pt x="4325" y="87784"/>
                  </a:cubicBezTo>
                  <a:cubicBezTo>
                    <a:pt x="4325" y="35129"/>
                    <a:pt x="38006" y="3813"/>
                    <a:pt x="79934" y="4332"/>
                  </a:cubicBezTo>
                  <a:cubicBezTo>
                    <a:pt x="125322" y="4851"/>
                    <a:pt x="148564" y="36801"/>
                    <a:pt x="146892" y="79825"/>
                  </a:cubicBezTo>
                  <a:lnTo>
                    <a:pt x="47234" y="79825"/>
                  </a:lnTo>
                  <a:cubicBezTo>
                    <a:pt x="47234" y="100472"/>
                    <a:pt x="52136" y="132192"/>
                    <a:pt x="85817" y="132192"/>
                  </a:cubicBezTo>
                  <a:cubicBezTo>
                    <a:pt x="114307" y="131154"/>
                    <a:pt x="124688" y="107162"/>
                    <a:pt x="127283" y="100587"/>
                  </a:cubicBezTo>
                  <a:lnTo>
                    <a:pt x="149660" y="100587"/>
                  </a:lnTo>
                  <a:cubicBezTo>
                    <a:pt x="147750" y="114598"/>
                    <a:pt x="141214" y="127568"/>
                    <a:pt x="131089" y="137440"/>
                  </a:cubicBezTo>
                  <a:cubicBezTo>
                    <a:pt x="117429" y="152293"/>
                    <a:pt x="98475" y="161180"/>
                    <a:pt x="78319" y="162181"/>
                  </a:cubicBezTo>
                  <a:close/>
                  <a:moveTo>
                    <a:pt x="96832" y="64138"/>
                  </a:moveTo>
                  <a:cubicBezTo>
                    <a:pt x="96140" y="31842"/>
                    <a:pt x="84086" y="22902"/>
                    <a:pt x="70822" y="23018"/>
                  </a:cubicBezTo>
                  <a:cubicBezTo>
                    <a:pt x="50463" y="23018"/>
                    <a:pt x="47753" y="50873"/>
                    <a:pt x="47753" y="64138"/>
                  </a:cubicBezTo>
                  <a:close/>
                </a:path>
              </a:pathLst>
            </a:custGeom>
            <a:solidFill>
              <a:srgbClr val="000000"/>
            </a:solidFill>
            <a:ln w="9525" cap="flat">
              <a:noFill/>
              <a:prstDash val="solid"/>
              <a:miter/>
            </a:ln>
          </p:spPr>
          <p:txBody>
            <a:bodyPr rtlCol="0" anchor="ctr"/>
            <a:lstStyle/>
            <a:p>
              <a:endParaRPr lang="ja-JP" altLang="en-US"/>
            </a:p>
          </p:txBody>
        </p:sp>
        <p:sp>
          <p:nvSpPr>
            <p:cNvPr id="81" name="フリーフォーム: 図形 80">
              <a:extLst>
                <a:ext uri="{FF2B5EF4-FFF2-40B4-BE49-F238E27FC236}">
                  <a16:creationId xmlns:a16="http://schemas.microsoft.com/office/drawing/2014/main" id="{FB38CD4F-DCB3-46CA-8A6A-1D14B197F0A9}"/>
                </a:ext>
              </a:extLst>
            </p:cNvPr>
            <p:cNvSpPr/>
            <p:nvPr/>
          </p:nvSpPr>
          <p:spPr>
            <a:xfrm>
              <a:off x="4889876" y="3972178"/>
              <a:ext cx="167250" cy="161483"/>
            </a:xfrm>
            <a:custGeom>
              <a:avLst/>
              <a:gdLst>
                <a:gd name="connsiteX0" fmla="*/ 163501 w 167250"/>
                <a:gd name="connsiteY0" fmla="*/ 80741 h 161482"/>
                <a:gd name="connsiteX1" fmla="*/ 84502 w 167250"/>
                <a:gd name="connsiteY1" fmla="*/ 162282 h 161482"/>
                <a:gd name="connsiteX2" fmla="*/ 83798 w 167250"/>
                <a:gd name="connsiteY2" fmla="*/ 162290 h 161482"/>
                <a:gd name="connsiteX3" fmla="*/ 4358 w 167250"/>
                <a:gd name="connsiteY3" fmla="*/ 87349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67" y="162286"/>
                    <a:pt x="84033" y="162289"/>
                    <a:pt x="83798" y="162290"/>
                  </a:cubicBezTo>
                  <a:cubicBezTo>
                    <a:pt x="41167" y="163533"/>
                    <a:pt x="5600" y="129980"/>
                    <a:pt x="4358" y="87349"/>
                  </a:cubicBezTo>
                  <a:cubicBezTo>
                    <a:pt x="4336" y="86588"/>
                    <a:pt x="4325" y="85828"/>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79" y="134146"/>
                    <a:pt x="76012" y="144066"/>
                    <a:pt x="88873" y="144066"/>
                  </a:cubicBezTo>
                  <a:cubicBezTo>
                    <a:pt x="101734"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2" name="フリーフォーム: 図形 81">
              <a:extLst>
                <a:ext uri="{FF2B5EF4-FFF2-40B4-BE49-F238E27FC236}">
                  <a16:creationId xmlns:a16="http://schemas.microsoft.com/office/drawing/2014/main" id="{D2B9C5BA-1D63-4D04-A266-4DC78973CC7E}"/>
                </a:ext>
              </a:extLst>
            </p:cNvPr>
            <p:cNvSpPr/>
            <p:nvPr/>
          </p:nvSpPr>
          <p:spPr>
            <a:xfrm>
              <a:off x="5826131"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1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8" y="25491"/>
                    <a:pt x="44292" y="48099"/>
                    <a:pt x="53751" y="100062"/>
                  </a:cubicBezTo>
                  <a:cubicBezTo>
                    <a:pt x="59922" y="134146"/>
                    <a:pt x="75955"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3" name="フリーフォーム: 図形 82">
              <a:extLst>
                <a:ext uri="{FF2B5EF4-FFF2-40B4-BE49-F238E27FC236}">
                  <a16:creationId xmlns:a16="http://schemas.microsoft.com/office/drawing/2014/main" id="{943FEDB7-B815-4C04-914E-7CAE5E7029AD}"/>
                </a:ext>
              </a:extLst>
            </p:cNvPr>
            <p:cNvSpPr/>
            <p:nvPr/>
          </p:nvSpPr>
          <p:spPr>
            <a:xfrm>
              <a:off x="6516182" y="3972178"/>
              <a:ext cx="167250" cy="161483"/>
            </a:xfrm>
            <a:custGeom>
              <a:avLst/>
              <a:gdLst>
                <a:gd name="connsiteX0" fmla="*/ 163501 w 167250"/>
                <a:gd name="connsiteY0" fmla="*/ 80741 h 161482"/>
                <a:gd name="connsiteX1" fmla="*/ 84502 w 167250"/>
                <a:gd name="connsiteY1" fmla="*/ 162282 h 161482"/>
                <a:gd name="connsiteX2" fmla="*/ 83740 w 167250"/>
                <a:gd name="connsiteY2" fmla="*/ 162290 h 161482"/>
                <a:gd name="connsiteX3" fmla="*/ 4358 w 167250"/>
                <a:gd name="connsiteY3" fmla="*/ 87407 h 161482"/>
                <a:gd name="connsiteX4" fmla="*/ 4325 w 167250"/>
                <a:gd name="connsiteY4" fmla="*/ 85067 h 161482"/>
                <a:gd name="connsiteX5" fmla="*/ 83625 w 167250"/>
                <a:gd name="connsiteY5" fmla="*/ 4325 h 161482"/>
                <a:gd name="connsiteX6" fmla="*/ 163501 w 167250"/>
                <a:gd name="connsiteY6" fmla="*/ 80741 h 161482"/>
                <a:gd name="connsiteX7" fmla="*/ 77454 w 167250"/>
                <a:gd name="connsiteY7" fmla="*/ 23069 h 161482"/>
                <a:gd name="connsiteX8" fmla="*/ 53750 w 167250"/>
                <a:gd name="connsiteY8" fmla="*/ 100062 h 161482"/>
                <a:gd name="connsiteX9" fmla="*/ 88873 w 167250"/>
                <a:gd name="connsiteY9" fmla="*/ 144066 h 161482"/>
                <a:gd name="connsiteX10" fmla="*/ 116325 w 167250"/>
                <a:gd name="connsiteY10" fmla="*/ 94006 h 161482"/>
                <a:gd name="connsiteX11" fmla="*/ 77454 w 167250"/>
                <a:gd name="connsiteY11" fmla="*/ 2283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250" h="161482">
                  <a:moveTo>
                    <a:pt x="163501" y="80741"/>
                  </a:moveTo>
                  <a:cubicBezTo>
                    <a:pt x="164203" y="125073"/>
                    <a:pt x="128834" y="161580"/>
                    <a:pt x="84502" y="162282"/>
                  </a:cubicBezTo>
                  <a:cubicBezTo>
                    <a:pt x="84248" y="162286"/>
                    <a:pt x="83994" y="162289"/>
                    <a:pt x="83740" y="162290"/>
                  </a:cubicBezTo>
                  <a:cubicBezTo>
                    <a:pt x="41141" y="163533"/>
                    <a:pt x="5600" y="130006"/>
                    <a:pt x="4358" y="87407"/>
                  </a:cubicBezTo>
                  <a:cubicBezTo>
                    <a:pt x="4336" y="86627"/>
                    <a:pt x="4325" y="85847"/>
                    <a:pt x="4325" y="85067"/>
                  </a:cubicBezTo>
                  <a:cubicBezTo>
                    <a:pt x="4325" y="41870"/>
                    <a:pt x="34892" y="4325"/>
                    <a:pt x="83625" y="4325"/>
                  </a:cubicBezTo>
                  <a:cubicBezTo>
                    <a:pt x="128840" y="4614"/>
                    <a:pt x="163501" y="37545"/>
                    <a:pt x="163501" y="80741"/>
                  </a:cubicBezTo>
                  <a:close/>
                  <a:moveTo>
                    <a:pt x="77454" y="23069"/>
                  </a:moveTo>
                  <a:cubicBezTo>
                    <a:pt x="62747" y="25491"/>
                    <a:pt x="44292" y="48099"/>
                    <a:pt x="53750" y="100062"/>
                  </a:cubicBezTo>
                  <a:cubicBezTo>
                    <a:pt x="59921" y="134146"/>
                    <a:pt x="75954" y="144066"/>
                    <a:pt x="88873" y="144066"/>
                  </a:cubicBezTo>
                  <a:cubicBezTo>
                    <a:pt x="101792" y="144066"/>
                    <a:pt x="116325" y="125611"/>
                    <a:pt x="116325" y="94006"/>
                  </a:cubicBezTo>
                  <a:cubicBezTo>
                    <a:pt x="116325" y="29644"/>
                    <a:pt x="88988" y="20935"/>
                    <a:pt x="77454" y="22838"/>
                  </a:cubicBezTo>
                  <a:close/>
                </a:path>
              </a:pathLst>
            </a:custGeom>
            <a:solidFill>
              <a:srgbClr val="000000"/>
            </a:solidFill>
            <a:ln w="9525" cap="flat">
              <a:noFill/>
              <a:prstDash val="solid"/>
              <a:miter/>
            </a:ln>
          </p:spPr>
          <p:txBody>
            <a:bodyPr rtlCol="0" anchor="ctr"/>
            <a:lstStyle/>
            <a:p>
              <a:endParaRPr lang="ja-JP" altLang="en-US"/>
            </a:p>
          </p:txBody>
        </p:sp>
        <p:sp>
          <p:nvSpPr>
            <p:cNvPr id="84" name="フリーフォーム: 図形 83">
              <a:extLst>
                <a:ext uri="{FF2B5EF4-FFF2-40B4-BE49-F238E27FC236}">
                  <a16:creationId xmlns:a16="http://schemas.microsoft.com/office/drawing/2014/main" id="{D85EA428-1DA7-4EB4-8EB6-3485C9E11465}"/>
                </a:ext>
              </a:extLst>
            </p:cNvPr>
            <p:cNvSpPr/>
            <p:nvPr/>
          </p:nvSpPr>
          <p:spPr>
            <a:xfrm>
              <a:off x="6440977" y="3913640"/>
              <a:ext cx="51905" cy="51905"/>
            </a:xfrm>
            <a:custGeom>
              <a:avLst/>
              <a:gdLst>
                <a:gd name="connsiteX0" fmla="*/ 52078 w 51905"/>
                <a:gd name="connsiteY0" fmla="*/ 28202 h 51905"/>
                <a:gd name="connsiteX1" fmla="*/ 28202 w 51905"/>
                <a:gd name="connsiteY1" fmla="*/ 52078 h 51905"/>
                <a:gd name="connsiteX2" fmla="*/ 4325 w 51905"/>
                <a:gd name="connsiteY2" fmla="*/ 28202 h 51905"/>
                <a:gd name="connsiteX3" fmla="*/ 28202 w 51905"/>
                <a:gd name="connsiteY3" fmla="*/ 4325 h 51905"/>
                <a:gd name="connsiteX4" fmla="*/ 52078 w 51905"/>
                <a:gd name="connsiteY4" fmla="*/ 28202 h 519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5" h="51905">
                  <a:moveTo>
                    <a:pt x="52078" y="28202"/>
                  </a:moveTo>
                  <a:cubicBezTo>
                    <a:pt x="52078" y="41388"/>
                    <a:pt x="41389" y="52078"/>
                    <a:pt x="28202" y="52078"/>
                  </a:cubicBezTo>
                  <a:cubicBezTo>
                    <a:pt x="15015" y="52078"/>
                    <a:pt x="4325" y="41388"/>
                    <a:pt x="4325" y="28202"/>
                  </a:cubicBezTo>
                  <a:cubicBezTo>
                    <a:pt x="4325" y="15015"/>
                    <a:pt x="15015" y="4325"/>
                    <a:pt x="28202" y="4325"/>
                  </a:cubicBezTo>
                  <a:cubicBezTo>
                    <a:pt x="41389" y="4325"/>
                    <a:pt x="52078" y="15015"/>
                    <a:pt x="52078" y="28202"/>
                  </a:cubicBezTo>
                  <a:close/>
                </a:path>
              </a:pathLst>
            </a:custGeom>
            <a:solidFill>
              <a:srgbClr val="000000"/>
            </a:solidFill>
            <a:ln w="9525" cap="flat">
              <a:noFill/>
              <a:prstDash val="solid"/>
              <a:miter/>
            </a:ln>
          </p:spPr>
          <p:txBody>
            <a:bodyPr rtlCol="0" anchor="ctr"/>
            <a:lstStyle/>
            <a:p>
              <a:endParaRPr lang="ja-JP" altLang="en-US"/>
            </a:p>
          </p:txBody>
        </p:sp>
        <p:sp>
          <p:nvSpPr>
            <p:cNvPr id="85" name="フリーフォーム: 図形 84">
              <a:extLst>
                <a:ext uri="{FF2B5EF4-FFF2-40B4-BE49-F238E27FC236}">
                  <a16:creationId xmlns:a16="http://schemas.microsoft.com/office/drawing/2014/main" id="{B31E4A08-B394-4F75-B68E-15520D08CD71}"/>
                </a:ext>
              </a:extLst>
            </p:cNvPr>
            <p:cNvSpPr/>
            <p:nvPr/>
          </p:nvSpPr>
          <p:spPr>
            <a:xfrm>
              <a:off x="4246021" y="3975580"/>
              <a:ext cx="138414" cy="161483"/>
            </a:xfrm>
            <a:custGeom>
              <a:avLst/>
              <a:gdLst>
                <a:gd name="connsiteX0" fmla="*/ 48099 w 138413"/>
                <a:gd name="connsiteY0" fmla="*/ 4326 h 161482"/>
                <a:gd name="connsiteX1" fmla="*/ 48099 w 138413"/>
                <a:gd name="connsiteY1" fmla="*/ 111308 h 161482"/>
                <a:gd name="connsiteX2" fmla="*/ 69149 w 138413"/>
                <a:gd name="connsiteY2" fmla="*/ 132647 h 161482"/>
                <a:gd name="connsiteX3" fmla="*/ 92218 w 138413"/>
                <a:gd name="connsiteY3" fmla="*/ 113846 h 161482"/>
                <a:gd name="connsiteX4" fmla="*/ 92218 w 138413"/>
                <a:gd name="connsiteY4" fmla="*/ 12630 h 161482"/>
                <a:gd name="connsiteX5" fmla="*/ 100523 w 138413"/>
                <a:gd name="connsiteY5" fmla="*/ 4326 h 161482"/>
                <a:gd name="connsiteX6" fmla="*/ 135876 w 138413"/>
                <a:gd name="connsiteY6" fmla="*/ 4326 h 161482"/>
                <a:gd name="connsiteX7" fmla="*/ 135876 w 138413"/>
                <a:gd name="connsiteY7" fmla="*/ 147815 h 161482"/>
                <a:gd name="connsiteX8" fmla="*/ 127687 w 138413"/>
                <a:gd name="connsiteY8" fmla="*/ 156120 h 161482"/>
                <a:gd name="connsiteX9" fmla="*/ 127572 w 138413"/>
                <a:gd name="connsiteY9" fmla="*/ 156120 h 161482"/>
                <a:gd name="connsiteX10" fmla="*/ 92218 w 138413"/>
                <a:gd name="connsiteY10" fmla="*/ 156120 h 161482"/>
                <a:gd name="connsiteX11" fmla="*/ 92218 w 138413"/>
                <a:gd name="connsiteY11" fmla="*/ 141990 h 161482"/>
                <a:gd name="connsiteX12" fmla="*/ 73936 w 138413"/>
                <a:gd name="connsiteY12" fmla="*/ 154389 h 161482"/>
                <a:gd name="connsiteX13" fmla="*/ 54962 w 138413"/>
                <a:gd name="connsiteY13" fmla="*/ 158946 h 161482"/>
                <a:gd name="connsiteX14" fmla="*/ 4348 w 138413"/>
                <a:gd name="connsiteY14" fmla="*/ 112048 h 161482"/>
                <a:gd name="connsiteX15" fmla="*/ 4326 w 138413"/>
                <a:gd name="connsiteY15" fmla="*/ 111308 h 161482"/>
                <a:gd name="connsiteX16" fmla="*/ 4326 w 138413"/>
                <a:gd name="connsiteY16" fmla="*/ 12630 h 161482"/>
                <a:gd name="connsiteX17" fmla="*/ 12515 w 138413"/>
                <a:gd name="connsiteY17" fmla="*/ 4326 h 161482"/>
                <a:gd name="connsiteX18" fmla="*/ 12630 w 138413"/>
                <a:gd name="connsiteY18" fmla="*/ 4326 h 161482"/>
                <a:gd name="connsiteX19" fmla="*/ 47868 w 138413"/>
                <a:gd name="connsiteY19"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48099" y="4326"/>
                  </a:moveTo>
                  <a:lnTo>
                    <a:pt x="48099" y="111308"/>
                  </a:lnTo>
                  <a:cubicBezTo>
                    <a:pt x="48067" y="122994"/>
                    <a:pt x="57464" y="132520"/>
                    <a:pt x="69149" y="132647"/>
                  </a:cubicBezTo>
                  <a:cubicBezTo>
                    <a:pt x="76647" y="132647"/>
                    <a:pt x="86451" y="123592"/>
                    <a:pt x="92218" y="113846"/>
                  </a:cubicBezTo>
                  <a:lnTo>
                    <a:pt x="92218" y="12630"/>
                  </a:lnTo>
                  <a:cubicBezTo>
                    <a:pt x="92218" y="8044"/>
                    <a:pt x="95937" y="4326"/>
                    <a:pt x="100523" y="4326"/>
                  </a:cubicBezTo>
                  <a:lnTo>
                    <a:pt x="135876" y="4326"/>
                  </a:lnTo>
                  <a:lnTo>
                    <a:pt x="135876" y="147815"/>
                  </a:lnTo>
                  <a:cubicBezTo>
                    <a:pt x="135908" y="152369"/>
                    <a:pt x="132242" y="156088"/>
                    <a:pt x="127687" y="156120"/>
                  </a:cubicBezTo>
                  <a:cubicBezTo>
                    <a:pt x="127649" y="156120"/>
                    <a:pt x="127610" y="156120"/>
                    <a:pt x="127572" y="156120"/>
                  </a:cubicBezTo>
                  <a:lnTo>
                    <a:pt x="92218" y="156120"/>
                  </a:lnTo>
                  <a:lnTo>
                    <a:pt x="92218" y="141990"/>
                  </a:lnTo>
                  <a:cubicBezTo>
                    <a:pt x="86770" y="147003"/>
                    <a:pt x="80609" y="151182"/>
                    <a:pt x="73936" y="154389"/>
                  </a:cubicBezTo>
                  <a:cubicBezTo>
                    <a:pt x="68030" y="157303"/>
                    <a:pt x="61547" y="158860"/>
                    <a:pt x="54962" y="158946"/>
                  </a:cubicBezTo>
                  <a:cubicBezTo>
                    <a:pt x="28035" y="159972"/>
                    <a:pt x="5375" y="138975"/>
                    <a:pt x="4348" y="112048"/>
                  </a:cubicBezTo>
                  <a:cubicBezTo>
                    <a:pt x="4339" y="111802"/>
                    <a:pt x="4331" y="111555"/>
                    <a:pt x="4326" y="111308"/>
                  </a:cubicBezTo>
                  <a:lnTo>
                    <a:pt x="4326" y="12630"/>
                  </a:lnTo>
                  <a:cubicBezTo>
                    <a:pt x="4294" y="8076"/>
                    <a:pt x="7960" y="4358"/>
                    <a:pt x="12515" y="4326"/>
                  </a:cubicBezTo>
                  <a:cubicBezTo>
                    <a:pt x="12553" y="4325"/>
                    <a:pt x="12592" y="4325"/>
                    <a:pt x="12630" y="4326"/>
                  </a:cubicBezTo>
                  <a:lnTo>
                    <a:pt x="47868" y="4326"/>
                  </a:lnTo>
                </a:path>
              </a:pathLst>
            </a:custGeom>
            <a:solidFill>
              <a:srgbClr val="000000"/>
            </a:solidFill>
            <a:ln w="9525" cap="flat">
              <a:noFill/>
              <a:prstDash val="solid"/>
              <a:miter/>
            </a:ln>
          </p:spPr>
          <p:txBody>
            <a:bodyPr rtlCol="0" anchor="ctr"/>
            <a:lstStyle/>
            <a:p>
              <a:endParaRPr lang="ja-JP" altLang="en-US"/>
            </a:p>
          </p:txBody>
        </p:sp>
        <p:sp>
          <p:nvSpPr>
            <p:cNvPr id="86" name="フリーフォーム: 図形 85">
              <a:extLst>
                <a:ext uri="{FF2B5EF4-FFF2-40B4-BE49-F238E27FC236}">
                  <a16:creationId xmlns:a16="http://schemas.microsoft.com/office/drawing/2014/main" id="{F9722719-A3FE-4314-9A83-BC33803DE1F8}"/>
                </a:ext>
              </a:extLst>
            </p:cNvPr>
            <p:cNvSpPr/>
            <p:nvPr/>
          </p:nvSpPr>
          <p:spPr>
            <a:xfrm>
              <a:off x="6702175" y="3972407"/>
              <a:ext cx="138414" cy="161483"/>
            </a:xfrm>
            <a:custGeom>
              <a:avLst/>
              <a:gdLst>
                <a:gd name="connsiteX0" fmla="*/ 48157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4 w 138413"/>
                <a:gd name="connsiteY4" fmla="*/ 159120 h 161482"/>
                <a:gd name="connsiteX5" fmla="*/ 136569 w 138413"/>
                <a:gd name="connsiteY5" fmla="*/ 150815 h 161482"/>
                <a:gd name="connsiteX6" fmla="*/ 136569 w 138413"/>
                <a:gd name="connsiteY6" fmla="*/ 50465 h 161482"/>
                <a:gd name="connsiteX7" fmla="*/ 92738 w 138413"/>
                <a:gd name="connsiteY7" fmla="*/ 4327 h 161482"/>
                <a:gd name="connsiteX8" fmla="*/ 48157 w 138413"/>
                <a:gd name="connsiteY8" fmla="*/ 19321 h 161482"/>
                <a:gd name="connsiteX9" fmla="*/ 48157 w 138413"/>
                <a:gd name="connsiteY9" fmla="*/ 7499 h 161482"/>
                <a:gd name="connsiteX10" fmla="*/ 12631 w 138413"/>
                <a:gd name="connsiteY10" fmla="*/ 7499 h 161482"/>
                <a:gd name="connsiteX11" fmla="*/ 4326 w 138413"/>
                <a:gd name="connsiteY11" fmla="*/ 15688 h 161482"/>
                <a:gd name="connsiteX12" fmla="*/ 4326 w 138413"/>
                <a:gd name="connsiteY12" fmla="*/ 15803 h 161482"/>
                <a:gd name="connsiteX13" fmla="*/ 4326 w 138413"/>
                <a:gd name="connsiteY13" fmla="*/ 159293 h 161482"/>
                <a:gd name="connsiteX14" fmla="*/ 39794 w 138413"/>
                <a:gd name="connsiteY14" fmla="*/ 159293 h 161482"/>
                <a:gd name="connsiteX15" fmla="*/ 48157 w 138413"/>
                <a:gd name="connsiteY15" fmla="*/ 151046 h 161482"/>
                <a:gd name="connsiteX16" fmla="*/ 48157 w 138413"/>
                <a:gd name="connsiteY16"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8413" h="161482">
                  <a:moveTo>
                    <a:pt x="48157" y="48100"/>
                  </a:moveTo>
                  <a:cubicBezTo>
                    <a:pt x="49541" y="46658"/>
                    <a:pt x="64709" y="31894"/>
                    <a:pt x="78550" y="31260"/>
                  </a:cubicBezTo>
                  <a:cubicBezTo>
                    <a:pt x="87316" y="31260"/>
                    <a:pt x="93026" y="41468"/>
                    <a:pt x="93026" y="55309"/>
                  </a:cubicBezTo>
                  <a:lnTo>
                    <a:pt x="93026" y="159120"/>
                  </a:lnTo>
                  <a:lnTo>
                    <a:pt x="128264" y="159120"/>
                  </a:lnTo>
                  <a:cubicBezTo>
                    <a:pt x="132850" y="159120"/>
                    <a:pt x="136569" y="155401"/>
                    <a:pt x="136569" y="150815"/>
                  </a:cubicBezTo>
                  <a:lnTo>
                    <a:pt x="136569" y="50465"/>
                  </a:lnTo>
                  <a:cubicBezTo>
                    <a:pt x="136808" y="25775"/>
                    <a:pt x="117407" y="5353"/>
                    <a:pt x="92738" y="4327"/>
                  </a:cubicBezTo>
                  <a:cubicBezTo>
                    <a:pt x="76625" y="4236"/>
                    <a:pt x="60940" y="9511"/>
                    <a:pt x="48157" y="19321"/>
                  </a:cubicBezTo>
                  <a:lnTo>
                    <a:pt x="48157" y="7499"/>
                  </a:lnTo>
                  <a:lnTo>
                    <a:pt x="12631" y="7499"/>
                  </a:lnTo>
                  <a:cubicBezTo>
                    <a:pt x="8076" y="7467"/>
                    <a:pt x="4358" y="11133"/>
                    <a:pt x="4326" y="15688"/>
                  </a:cubicBezTo>
                  <a:cubicBezTo>
                    <a:pt x="4325" y="15726"/>
                    <a:pt x="4325" y="15765"/>
                    <a:pt x="4326" y="15803"/>
                  </a:cubicBezTo>
                  <a:lnTo>
                    <a:pt x="4326" y="159293"/>
                  </a:lnTo>
                  <a:lnTo>
                    <a:pt x="39794" y="159293"/>
                  </a:lnTo>
                  <a:cubicBezTo>
                    <a:pt x="44381" y="159324"/>
                    <a:pt x="48125" y="155632"/>
                    <a:pt x="48157" y="151046"/>
                  </a:cubicBezTo>
                  <a:cubicBezTo>
                    <a:pt x="48157" y="151026"/>
                    <a:pt x="48157" y="151007"/>
                    <a:pt x="48157" y="150988"/>
                  </a:cubicBezTo>
                  <a:close/>
                </a:path>
              </a:pathLst>
            </a:custGeom>
            <a:solidFill>
              <a:srgbClr val="000000"/>
            </a:solidFill>
            <a:ln w="9525" cap="flat">
              <a:noFill/>
              <a:prstDash val="solid"/>
              <a:miter/>
            </a:ln>
          </p:spPr>
          <p:txBody>
            <a:bodyPr rtlCol="0" anchor="ctr"/>
            <a:lstStyle/>
            <a:p>
              <a:endParaRPr lang="ja-JP" altLang="en-US"/>
            </a:p>
          </p:txBody>
        </p:sp>
        <p:sp>
          <p:nvSpPr>
            <p:cNvPr id="87" name="フリーフォーム: 図形 86">
              <a:extLst>
                <a:ext uri="{FF2B5EF4-FFF2-40B4-BE49-F238E27FC236}">
                  <a16:creationId xmlns:a16="http://schemas.microsoft.com/office/drawing/2014/main" id="{D22BD5E1-D47F-49C9-9500-3C2FC9C85542}"/>
                </a:ext>
              </a:extLst>
            </p:cNvPr>
            <p:cNvSpPr/>
            <p:nvPr/>
          </p:nvSpPr>
          <p:spPr>
            <a:xfrm>
              <a:off x="5667070" y="3972407"/>
              <a:ext cx="138414" cy="161483"/>
            </a:xfrm>
            <a:custGeom>
              <a:avLst/>
              <a:gdLst>
                <a:gd name="connsiteX0" fmla="*/ 48156 w 138413"/>
                <a:gd name="connsiteY0" fmla="*/ 48100 h 161482"/>
                <a:gd name="connsiteX1" fmla="*/ 78550 w 138413"/>
                <a:gd name="connsiteY1" fmla="*/ 31260 h 161482"/>
                <a:gd name="connsiteX2" fmla="*/ 93026 w 138413"/>
                <a:gd name="connsiteY2" fmla="*/ 55309 h 161482"/>
                <a:gd name="connsiteX3" fmla="*/ 93026 w 138413"/>
                <a:gd name="connsiteY3" fmla="*/ 159120 h 161482"/>
                <a:gd name="connsiteX4" fmla="*/ 128263 w 138413"/>
                <a:gd name="connsiteY4" fmla="*/ 159120 h 161482"/>
                <a:gd name="connsiteX5" fmla="*/ 136568 w 138413"/>
                <a:gd name="connsiteY5" fmla="*/ 150815 h 161482"/>
                <a:gd name="connsiteX6" fmla="*/ 136568 w 138413"/>
                <a:gd name="connsiteY6" fmla="*/ 50465 h 161482"/>
                <a:gd name="connsiteX7" fmla="*/ 92737 w 138413"/>
                <a:gd name="connsiteY7" fmla="*/ 4327 h 161482"/>
                <a:gd name="connsiteX8" fmla="*/ 48156 w 138413"/>
                <a:gd name="connsiteY8" fmla="*/ 19321 h 161482"/>
                <a:gd name="connsiteX9" fmla="*/ 48156 w 138413"/>
                <a:gd name="connsiteY9" fmla="*/ 7499 h 161482"/>
                <a:gd name="connsiteX10" fmla="*/ 12630 w 138413"/>
                <a:gd name="connsiteY10" fmla="*/ 7499 h 161482"/>
                <a:gd name="connsiteX11" fmla="*/ 4325 w 138413"/>
                <a:gd name="connsiteY11" fmla="*/ 15803 h 161482"/>
                <a:gd name="connsiteX12" fmla="*/ 4325 w 138413"/>
                <a:gd name="connsiteY12" fmla="*/ 159293 h 161482"/>
                <a:gd name="connsiteX13" fmla="*/ 39794 w 138413"/>
                <a:gd name="connsiteY13" fmla="*/ 159293 h 161482"/>
                <a:gd name="connsiteX14" fmla="*/ 48156 w 138413"/>
                <a:gd name="connsiteY14" fmla="*/ 151046 h 161482"/>
                <a:gd name="connsiteX15" fmla="*/ 48156 w 138413"/>
                <a:gd name="connsiteY15" fmla="*/ 15098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413" h="161482">
                  <a:moveTo>
                    <a:pt x="48156" y="48100"/>
                  </a:moveTo>
                  <a:cubicBezTo>
                    <a:pt x="49598" y="46658"/>
                    <a:pt x="64708" y="31894"/>
                    <a:pt x="78550" y="31260"/>
                  </a:cubicBezTo>
                  <a:cubicBezTo>
                    <a:pt x="87316" y="31260"/>
                    <a:pt x="93026" y="41468"/>
                    <a:pt x="93026" y="55309"/>
                  </a:cubicBezTo>
                  <a:lnTo>
                    <a:pt x="93026" y="159120"/>
                  </a:lnTo>
                  <a:lnTo>
                    <a:pt x="128263" y="159120"/>
                  </a:lnTo>
                  <a:cubicBezTo>
                    <a:pt x="132850" y="159120"/>
                    <a:pt x="136568" y="155401"/>
                    <a:pt x="136568" y="150815"/>
                  </a:cubicBezTo>
                  <a:lnTo>
                    <a:pt x="136568" y="50465"/>
                  </a:lnTo>
                  <a:cubicBezTo>
                    <a:pt x="136808" y="25775"/>
                    <a:pt x="117407" y="5353"/>
                    <a:pt x="92737" y="4327"/>
                  </a:cubicBezTo>
                  <a:cubicBezTo>
                    <a:pt x="76624" y="4236"/>
                    <a:pt x="60939" y="9511"/>
                    <a:pt x="48156" y="19321"/>
                  </a:cubicBezTo>
                  <a:lnTo>
                    <a:pt x="48156" y="7499"/>
                  </a:lnTo>
                  <a:lnTo>
                    <a:pt x="12630" y="7499"/>
                  </a:lnTo>
                  <a:cubicBezTo>
                    <a:pt x="8044" y="7499"/>
                    <a:pt x="4325" y="11217"/>
                    <a:pt x="4325" y="15803"/>
                  </a:cubicBezTo>
                  <a:lnTo>
                    <a:pt x="4325" y="159293"/>
                  </a:lnTo>
                  <a:lnTo>
                    <a:pt x="39794" y="159293"/>
                  </a:lnTo>
                  <a:cubicBezTo>
                    <a:pt x="44380" y="159324"/>
                    <a:pt x="48124" y="155632"/>
                    <a:pt x="48156" y="151046"/>
                  </a:cubicBezTo>
                  <a:cubicBezTo>
                    <a:pt x="48156" y="151026"/>
                    <a:pt x="48156" y="151007"/>
                    <a:pt x="48156" y="150988"/>
                  </a:cubicBezTo>
                  <a:close/>
                </a:path>
              </a:pathLst>
            </a:custGeom>
            <a:solidFill>
              <a:srgbClr val="000000"/>
            </a:solidFill>
            <a:ln w="9525" cap="flat">
              <a:noFill/>
              <a:prstDash val="solid"/>
              <a:miter/>
            </a:ln>
          </p:spPr>
          <p:txBody>
            <a:bodyPr rtlCol="0" anchor="ctr"/>
            <a:lstStyle/>
            <a:p>
              <a:endParaRPr lang="ja-JP" altLang="en-US"/>
            </a:p>
          </p:txBody>
        </p:sp>
        <p:sp>
          <p:nvSpPr>
            <p:cNvPr id="88" name="フリーフォーム: 図形 87">
              <a:extLst>
                <a:ext uri="{FF2B5EF4-FFF2-40B4-BE49-F238E27FC236}">
                  <a16:creationId xmlns:a16="http://schemas.microsoft.com/office/drawing/2014/main" id="{12953726-7719-4926-85C8-F9C02E1E221C}"/>
                </a:ext>
              </a:extLst>
            </p:cNvPr>
            <p:cNvSpPr/>
            <p:nvPr/>
          </p:nvSpPr>
          <p:spPr>
            <a:xfrm>
              <a:off x="5501550" y="3972407"/>
              <a:ext cx="138414" cy="161483"/>
            </a:xfrm>
            <a:custGeom>
              <a:avLst/>
              <a:gdLst>
                <a:gd name="connsiteX0" fmla="*/ 47868 w 138413"/>
                <a:gd name="connsiteY0" fmla="*/ 48100 h 161482"/>
                <a:gd name="connsiteX1" fmla="*/ 78320 w 138413"/>
                <a:gd name="connsiteY1" fmla="*/ 31259 h 161482"/>
                <a:gd name="connsiteX2" fmla="*/ 92795 w 138413"/>
                <a:gd name="connsiteY2" fmla="*/ 55309 h 161482"/>
                <a:gd name="connsiteX3" fmla="*/ 92795 w 138413"/>
                <a:gd name="connsiteY3" fmla="*/ 159119 h 161482"/>
                <a:gd name="connsiteX4" fmla="*/ 127975 w 138413"/>
                <a:gd name="connsiteY4" fmla="*/ 159119 h 161482"/>
                <a:gd name="connsiteX5" fmla="*/ 136338 w 138413"/>
                <a:gd name="connsiteY5" fmla="*/ 150872 h 161482"/>
                <a:gd name="connsiteX6" fmla="*/ 136338 w 138413"/>
                <a:gd name="connsiteY6" fmla="*/ 150814 h 161482"/>
                <a:gd name="connsiteX7" fmla="*/ 136338 w 138413"/>
                <a:gd name="connsiteY7" fmla="*/ 50464 h 161482"/>
                <a:gd name="connsiteX8" fmla="*/ 92507 w 138413"/>
                <a:gd name="connsiteY8" fmla="*/ 4326 h 161482"/>
                <a:gd name="connsiteX9" fmla="*/ 47869 w 138413"/>
                <a:gd name="connsiteY9" fmla="*/ 19321 h 161482"/>
                <a:gd name="connsiteX10" fmla="*/ 47868 w 138413"/>
                <a:gd name="connsiteY10" fmla="*/ 7498 h 161482"/>
                <a:gd name="connsiteX11" fmla="*/ 12631 w 138413"/>
                <a:gd name="connsiteY11" fmla="*/ 7498 h 161482"/>
                <a:gd name="connsiteX12" fmla="*/ 4326 w 138413"/>
                <a:gd name="connsiteY12" fmla="*/ 15687 h 161482"/>
                <a:gd name="connsiteX13" fmla="*/ 4326 w 138413"/>
                <a:gd name="connsiteY13" fmla="*/ 15803 h 161482"/>
                <a:gd name="connsiteX14" fmla="*/ 4326 w 138413"/>
                <a:gd name="connsiteY14" fmla="*/ 159292 h 161482"/>
                <a:gd name="connsiteX15" fmla="*/ 39794 w 138413"/>
                <a:gd name="connsiteY15" fmla="*/ 159292 h 161482"/>
                <a:gd name="connsiteX16" fmla="*/ 48099 w 138413"/>
                <a:gd name="connsiteY16" fmla="*/ 151103 h 161482"/>
                <a:gd name="connsiteX17" fmla="*/ 48099 w 138413"/>
                <a:gd name="connsiteY17" fmla="*/ 150987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8413" h="161482">
                  <a:moveTo>
                    <a:pt x="47868" y="48100"/>
                  </a:moveTo>
                  <a:cubicBezTo>
                    <a:pt x="49310" y="46658"/>
                    <a:pt x="64478" y="31894"/>
                    <a:pt x="78320" y="31259"/>
                  </a:cubicBezTo>
                  <a:cubicBezTo>
                    <a:pt x="87086" y="31259"/>
                    <a:pt x="92795" y="41467"/>
                    <a:pt x="92795" y="55309"/>
                  </a:cubicBezTo>
                  <a:lnTo>
                    <a:pt x="92795" y="159119"/>
                  </a:lnTo>
                  <a:lnTo>
                    <a:pt x="127975" y="159119"/>
                  </a:lnTo>
                  <a:cubicBezTo>
                    <a:pt x="132562" y="159151"/>
                    <a:pt x="136306" y="155459"/>
                    <a:pt x="136338" y="150872"/>
                  </a:cubicBezTo>
                  <a:cubicBezTo>
                    <a:pt x="136338" y="150853"/>
                    <a:pt x="136338" y="150834"/>
                    <a:pt x="136338" y="150814"/>
                  </a:cubicBezTo>
                  <a:lnTo>
                    <a:pt x="136338" y="50464"/>
                  </a:lnTo>
                  <a:cubicBezTo>
                    <a:pt x="136577" y="25775"/>
                    <a:pt x="117176" y="5353"/>
                    <a:pt x="92507" y="4326"/>
                  </a:cubicBezTo>
                  <a:cubicBezTo>
                    <a:pt x="76378" y="4249"/>
                    <a:pt x="60679" y="9522"/>
                    <a:pt x="47869" y="19321"/>
                  </a:cubicBezTo>
                  <a:lnTo>
                    <a:pt x="47868" y="7498"/>
                  </a:lnTo>
                  <a:lnTo>
                    <a:pt x="12631" y="7498"/>
                  </a:lnTo>
                  <a:cubicBezTo>
                    <a:pt x="8076" y="7466"/>
                    <a:pt x="4358" y="11133"/>
                    <a:pt x="4326" y="15687"/>
                  </a:cubicBezTo>
                  <a:cubicBezTo>
                    <a:pt x="4325" y="15726"/>
                    <a:pt x="4325" y="15765"/>
                    <a:pt x="4326" y="15803"/>
                  </a:cubicBezTo>
                  <a:lnTo>
                    <a:pt x="4326" y="159292"/>
                  </a:lnTo>
                  <a:lnTo>
                    <a:pt x="39794" y="159292"/>
                  </a:lnTo>
                  <a:cubicBezTo>
                    <a:pt x="44349" y="159324"/>
                    <a:pt x="48067" y="155658"/>
                    <a:pt x="48099" y="151103"/>
                  </a:cubicBezTo>
                  <a:cubicBezTo>
                    <a:pt x="48099" y="151065"/>
                    <a:pt x="48099" y="151026"/>
                    <a:pt x="48099" y="150987"/>
                  </a:cubicBezTo>
                  <a:close/>
                </a:path>
              </a:pathLst>
            </a:custGeom>
            <a:solidFill>
              <a:srgbClr val="000000"/>
            </a:solidFill>
            <a:ln w="9525" cap="flat">
              <a:noFill/>
              <a:prstDash val="solid"/>
              <a:miter/>
            </a:ln>
          </p:spPr>
          <p:txBody>
            <a:bodyPr rtlCol="0" anchor="ctr"/>
            <a:lstStyle/>
            <a:p>
              <a:endParaRPr lang="ja-JP" altLang="en-US"/>
            </a:p>
          </p:txBody>
        </p:sp>
        <p:sp>
          <p:nvSpPr>
            <p:cNvPr id="89" name="フリーフォーム: 図形 88">
              <a:extLst>
                <a:ext uri="{FF2B5EF4-FFF2-40B4-BE49-F238E27FC236}">
                  <a16:creationId xmlns:a16="http://schemas.microsoft.com/office/drawing/2014/main" id="{86B21B39-AFA7-4631-9927-FDFE7BA25647}"/>
                </a:ext>
              </a:extLst>
            </p:cNvPr>
            <p:cNvSpPr/>
            <p:nvPr/>
          </p:nvSpPr>
          <p:spPr>
            <a:xfrm>
              <a:off x="5075985" y="3972465"/>
              <a:ext cx="224923" cy="161483"/>
            </a:xfrm>
            <a:custGeom>
              <a:avLst/>
              <a:gdLst>
                <a:gd name="connsiteX0" fmla="*/ 181495 w 224922"/>
                <a:gd name="connsiteY0" fmla="*/ 4326 h 161482"/>
                <a:gd name="connsiteX1" fmla="*/ 130051 w 224922"/>
                <a:gd name="connsiteY1" fmla="*/ 23358 h 161482"/>
                <a:gd name="connsiteX2" fmla="*/ 92795 w 224922"/>
                <a:gd name="connsiteY2" fmla="*/ 4326 h 161482"/>
                <a:gd name="connsiteX3" fmla="*/ 48156 w 224922"/>
                <a:gd name="connsiteY3" fmla="*/ 19321 h 161482"/>
                <a:gd name="connsiteX4" fmla="*/ 48156 w 224922"/>
                <a:gd name="connsiteY4" fmla="*/ 7441 h 161482"/>
                <a:gd name="connsiteX5" fmla="*/ 12630 w 224922"/>
                <a:gd name="connsiteY5" fmla="*/ 7441 h 161482"/>
                <a:gd name="connsiteX6" fmla="*/ 4325 w 224922"/>
                <a:gd name="connsiteY6" fmla="*/ 15745 h 161482"/>
                <a:gd name="connsiteX7" fmla="*/ 4325 w 224922"/>
                <a:gd name="connsiteY7" fmla="*/ 159235 h 161482"/>
                <a:gd name="connsiteX8" fmla="*/ 39852 w 224922"/>
                <a:gd name="connsiteY8" fmla="*/ 159235 h 161482"/>
                <a:gd name="connsiteX9" fmla="*/ 48156 w 224922"/>
                <a:gd name="connsiteY9" fmla="*/ 150930 h 161482"/>
                <a:gd name="connsiteX10" fmla="*/ 48156 w 224922"/>
                <a:gd name="connsiteY10" fmla="*/ 48042 h 161482"/>
                <a:gd name="connsiteX11" fmla="*/ 78550 w 224922"/>
                <a:gd name="connsiteY11" fmla="*/ 31202 h 161482"/>
                <a:gd name="connsiteX12" fmla="*/ 93026 w 224922"/>
                <a:gd name="connsiteY12" fmla="*/ 55251 h 161482"/>
                <a:gd name="connsiteX13" fmla="*/ 93026 w 224922"/>
                <a:gd name="connsiteY13" fmla="*/ 159062 h 161482"/>
                <a:gd name="connsiteX14" fmla="*/ 128552 w 224922"/>
                <a:gd name="connsiteY14" fmla="*/ 159062 h 161482"/>
                <a:gd name="connsiteX15" fmla="*/ 136857 w 224922"/>
                <a:gd name="connsiteY15" fmla="*/ 150757 h 161482"/>
                <a:gd name="connsiteX16" fmla="*/ 136857 w 224922"/>
                <a:gd name="connsiteY16" fmla="*/ 48042 h 161482"/>
                <a:gd name="connsiteX17" fmla="*/ 167250 w 224922"/>
                <a:gd name="connsiteY17" fmla="*/ 31202 h 161482"/>
                <a:gd name="connsiteX18" fmla="*/ 181726 w 224922"/>
                <a:gd name="connsiteY18" fmla="*/ 55251 h 161482"/>
                <a:gd name="connsiteX19" fmla="*/ 181726 w 224922"/>
                <a:gd name="connsiteY19" fmla="*/ 159062 h 161482"/>
                <a:gd name="connsiteX20" fmla="*/ 216964 w 224922"/>
                <a:gd name="connsiteY20" fmla="*/ 159062 h 161482"/>
                <a:gd name="connsiteX21" fmla="*/ 225269 w 224922"/>
                <a:gd name="connsiteY21" fmla="*/ 150872 h 161482"/>
                <a:gd name="connsiteX22" fmla="*/ 225269 w 224922"/>
                <a:gd name="connsiteY22" fmla="*/ 150757 h 161482"/>
                <a:gd name="connsiteX23" fmla="*/ 225269 w 224922"/>
                <a:gd name="connsiteY23" fmla="*/ 50407 h 161482"/>
                <a:gd name="connsiteX24" fmla="*/ 181495 w 224922"/>
                <a:gd name="connsiteY24" fmla="*/ 4326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4922" h="161482">
                  <a:moveTo>
                    <a:pt x="181495" y="4326"/>
                  </a:moveTo>
                  <a:cubicBezTo>
                    <a:pt x="162688" y="4665"/>
                    <a:pt x="144551" y="11375"/>
                    <a:pt x="130051" y="23358"/>
                  </a:cubicBezTo>
                  <a:cubicBezTo>
                    <a:pt x="121432" y="11373"/>
                    <a:pt x="107557" y="4285"/>
                    <a:pt x="92795" y="4326"/>
                  </a:cubicBezTo>
                  <a:cubicBezTo>
                    <a:pt x="76666" y="4249"/>
                    <a:pt x="60967" y="9522"/>
                    <a:pt x="48156" y="19321"/>
                  </a:cubicBezTo>
                  <a:lnTo>
                    <a:pt x="48156" y="7441"/>
                  </a:lnTo>
                  <a:lnTo>
                    <a:pt x="12630" y="7441"/>
                  </a:lnTo>
                  <a:cubicBezTo>
                    <a:pt x="8044" y="7441"/>
                    <a:pt x="4325" y="11159"/>
                    <a:pt x="4325" y="15745"/>
                  </a:cubicBezTo>
                  <a:lnTo>
                    <a:pt x="4325" y="159235"/>
                  </a:lnTo>
                  <a:lnTo>
                    <a:pt x="39852" y="159235"/>
                  </a:lnTo>
                  <a:cubicBezTo>
                    <a:pt x="44438" y="159235"/>
                    <a:pt x="48156" y="155516"/>
                    <a:pt x="48156" y="150930"/>
                  </a:cubicBezTo>
                  <a:lnTo>
                    <a:pt x="48156" y="48042"/>
                  </a:lnTo>
                  <a:cubicBezTo>
                    <a:pt x="49598" y="46600"/>
                    <a:pt x="64766" y="31836"/>
                    <a:pt x="78550" y="31202"/>
                  </a:cubicBezTo>
                  <a:cubicBezTo>
                    <a:pt x="87374" y="31202"/>
                    <a:pt x="93026" y="41410"/>
                    <a:pt x="93026" y="55251"/>
                  </a:cubicBezTo>
                  <a:lnTo>
                    <a:pt x="93026" y="159062"/>
                  </a:lnTo>
                  <a:lnTo>
                    <a:pt x="128552" y="159062"/>
                  </a:lnTo>
                  <a:cubicBezTo>
                    <a:pt x="133138" y="159062"/>
                    <a:pt x="136857" y="155343"/>
                    <a:pt x="136857" y="150757"/>
                  </a:cubicBezTo>
                  <a:lnTo>
                    <a:pt x="136857" y="48042"/>
                  </a:lnTo>
                  <a:cubicBezTo>
                    <a:pt x="138299" y="46600"/>
                    <a:pt x="153409" y="31836"/>
                    <a:pt x="167250" y="31202"/>
                  </a:cubicBezTo>
                  <a:cubicBezTo>
                    <a:pt x="176074" y="31202"/>
                    <a:pt x="181726" y="41410"/>
                    <a:pt x="181726" y="55251"/>
                  </a:cubicBezTo>
                  <a:lnTo>
                    <a:pt x="181726" y="159062"/>
                  </a:lnTo>
                  <a:lnTo>
                    <a:pt x="216964" y="159062"/>
                  </a:lnTo>
                  <a:cubicBezTo>
                    <a:pt x="221518" y="159093"/>
                    <a:pt x="225237" y="155427"/>
                    <a:pt x="225269" y="150872"/>
                  </a:cubicBezTo>
                  <a:cubicBezTo>
                    <a:pt x="225269" y="150834"/>
                    <a:pt x="225269" y="150795"/>
                    <a:pt x="225269" y="150757"/>
                  </a:cubicBezTo>
                  <a:lnTo>
                    <a:pt x="225269" y="50407"/>
                  </a:lnTo>
                  <a:cubicBezTo>
                    <a:pt x="225478" y="25761"/>
                    <a:pt x="206119" y="5382"/>
                    <a:pt x="181495" y="4326"/>
                  </a:cubicBezTo>
                  <a:close/>
                </a:path>
              </a:pathLst>
            </a:custGeom>
            <a:solidFill>
              <a:srgbClr val="000000"/>
            </a:solidFill>
            <a:ln w="9525" cap="flat">
              <a:noFill/>
              <a:prstDash val="solid"/>
              <a:miter/>
            </a:ln>
          </p:spPr>
          <p:txBody>
            <a:bodyPr rtlCol="0" anchor="ctr"/>
            <a:lstStyle/>
            <a:p>
              <a:endParaRPr lang="ja-JP" altLang="en-US"/>
            </a:p>
          </p:txBody>
        </p:sp>
        <p:sp>
          <p:nvSpPr>
            <p:cNvPr id="90" name="フリーフォーム: 図形 89">
              <a:extLst>
                <a:ext uri="{FF2B5EF4-FFF2-40B4-BE49-F238E27FC236}">
                  <a16:creationId xmlns:a16="http://schemas.microsoft.com/office/drawing/2014/main" id="{DC8FCD10-E43E-4C69-AC69-AD0FF7DA068F}"/>
                </a:ext>
              </a:extLst>
            </p:cNvPr>
            <p:cNvSpPr/>
            <p:nvPr/>
          </p:nvSpPr>
          <p:spPr>
            <a:xfrm>
              <a:off x="6160862" y="3972005"/>
              <a:ext cx="138414" cy="161483"/>
            </a:xfrm>
            <a:custGeom>
              <a:avLst/>
              <a:gdLst>
                <a:gd name="connsiteX0" fmla="*/ 64824 w 138413"/>
                <a:gd name="connsiteY0" fmla="*/ 137607 h 161482"/>
                <a:gd name="connsiteX1" fmla="*/ 48157 w 138413"/>
                <a:gd name="connsiteY1" fmla="*/ 117133 h 161482"/>
                <a:gd name="connsiteX2" fmla="*/ 90834 w 138413"/>
                <a:gd name="connsiteY2" fmla="*/ 75493 h 161482"/>
                <a:gd name="connsiteX3" fmla="*/ 90834 w 138413"/>
                <a:gd name="connsiteY3" fmla="*/ 125149 h 161482"/>
                <a:gd name="connsiteX4" fmla="*/ 64824 w 138413"/>
                <a:gd name="connsiteY4" fmla="*/ 137607 h 161482"/>
                <a:gd name="connsiteX5" fmla="*/ 14879 w 138413"/>
                <a:gd name="connsiteY5" fmla="*/ 16898 h 161482"/>
                <a:gd name="connsiteX6" fmla="*/ 14879 w 138413"/>
                <a:gd name="connsiteY6" fmla="*/ 38006 h 161482"/>
                <a:gd name="connsiteX7" fmla="*/ 71629 w 138413"/>
                <a:gd name="connsiteY7" fmla="*/ 24107 h 161482"/>
                <a:gd name="connsiteX8" fmla="*/ 88066 w 138413"/>
                <a:gd name="connsiteY8" fmla="*/ 33911 h 161482"/>
                <a:gd name="connsiteX9" fmla="*/ 90834 w 138413"/>
                <a:gd name="connsiteY9" fmla="*/ 55596 h 161482"/>
                <a:gd name="connsiteX10" fmla="*/ 90834 w 138413"/>
                <a:gd name="connsiteY10" fmla="*/ 55596 h 161482"/>
                <a:gd name="connsiteX11" fmla="*/ 4325 w 138413"/>
                <a:gd name="connsiteY11" fmla="*/ 121055 h 161482"/>
                <a:gd name="connsiteX12" fmla="*/ 49598 w 138413"/>
                <a:gd name="connsiteY12" fmla="*/ 162636 h 161482"/>
                <a:gd name="connsiteX13" fmla="*/ 91123 w 138413"/>
                <a:gd name="connsiteY13" fmla="*/ 146546 h 161482"/>
                <a:gd name="connsiteX14" fmla="*/ 91122 w 138413"/>
                <a:gd name="connsiteY14" fmla="*/ 159637 h 161482"/>
                <a:gd name="connsiteX15" fmla="*/ 126649 w 138413"/>
                <a:gd name="connsiteY15" fmla="*/ 159637 h 161482"/>
                <a:gd name="connsiteX16" fmla="*/ 134954 w 138413"/>
                <a:gd name="connsiteY16" fmla="*/ 151333 h 161482"/>
                <a:gd name="connsiteX17" fmla="*/ 134954 w 138413"/>
                <a:gd name="connsiteY17" fmla="*/ 45792 h 161482"/>
                <a:gd name="connsiteX18" fmla="*/ 75724 w 138413"/>
                <a:gd name="connsiteY18" fmla="*/ 4325 h 161482"/>
                <a:gd name="connsiteX19" fmla="*/ 14880 w 138413"/>
                <a:gd name="connsiteY19" fmla="*/ 16898 h 1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413" h="161482">
                  <a:moveTo>
                    <a:pt x="64824" y="137607"/>
                  </a:moveTo>
                  <a:cubicBezTo>
                    <a:pt x="53808" y="137607"/>
                    <a:pt x="48157" y="126591"/>
                    <a:pt x="48157" y="117133"/>
                  </a:cubicBezTo>
                  <a:cubicBezTo>
                    <a:pt x="48157" y="103753"/>
                    <a:pt x="60729" y="85182"/>
                    <a:pt x="90834" y="75493"/>
                  </a:cubicBezTo>
                  <a:cubicBezTo>
                    <a:pt x="90834" y="90200"/>
                    <a:pt x="90834" y="110097"/>
                    <a:pt x="90834" y="125149"/>
                  </a:cubicBezTo>
                  <a:cubicBezTo>
                    <a:pt x="84632" y="133194"/>
                    <a:pt x="74979" y="137816"/>
                    <a:pt x="64824" y="137607"/>
                  </a:cubicBezTo>
                  <a:close/>
                  <a:moveTo>
                    <a:pt x="14879" y="16898"/>
                  </a:moveTo>
                  <a:lnTo>
                    <a:pt x="14879" y="38006"/>
                  </a:lnTo>
                  <a:cubicBezTo>
                    <a:pt x="32685" y="29651"/>
                    <a:pt x="51977" y="24926"/>
                    <a:pt x="71629" y="24107"/>
                  </a:cubicBezTo>
                  <a:cubicBezTo>
                    <a:pt x="75839" y="24107"/>
                    <a:pt x="85932" y="26241"/>
                    <a:pt x="88066" y="33911"/>
                  </a:cubicBezTo>
                  <a:cubicBezTo>
                    <a:pt x="90211" y="40931"/>
                    <a:pt x="91147" y="48263"/>
                    <a:pt x="90834" y="55596"/>
                  </a:cubicBezTo>
                  <a:lnTo>
                    <a:pt x="90834" y="55596"/>
                  </a:lnTo>
                  <a:cubicBezTo>
                    <a:pt x="55077" y="65112"/>
                    <a:pt x="4325" y="80222"/>
                    <a:pt x="4325" y="121055"/>
                  </a:cubicBezTo>
                  <a:cubicBezTo>
                    <a:pt x="4325" y="158657"/>
                    <a:pt x="39506" y="162636"/>
                    <a:pt x="49598" y="162636"/>
                  </a:cubicBezTo>
                  <a:cubicBezTo>
                    <a:pt x="64982" y="162747"/>
                    <a:pt x="79830" y="156994"/>
                    <a:pt x="91123" y="146546"/>
                  </a:cubicBezTo>
                  <a:lnTo>
                    <a:pt x="91122" y="159637"/>
                  </a:lnTo>
                  <a:lnTo>
                    <a:pt x="126649" y="159637"/>
                  </a:lnTo>
                  <a:cubicBezTo>
                    <a:pt x="131235" y="159637"/>
                    <a:pt x="134954" y="155919"/>
                    <a:pt x="134954" y="151333"/>
                  </a:cubicBezTo>
                  <a:lnTo>
                    <a:pt x="134954" y="45792"/>
                  </a:lnTo>
                  <a:cubicBezTo>
                    <a:pt x="134954" y="26875"/>
                    <a:pt x="124111" y="4325"/>
                    <a:pt x="75724" y="4325"/>
                  </a:cubicBezTo>
                  <a:cubicBezTo>
                    <a:pt x="54899" y="5224"/>
                    <a:pt x="34355" y="9469"/>
                    <a:pt x="14880" y="16898"/>
                  </a:cubicBezTo>
                  <a:close/>
                </a:path>
              </a:pathLst>
            </a:custGeom>
            <a:solidFill>
              <a:srgbClr val="000000"/>
            </a:solidFill>
            <a:ln w="9525" cap="flat">
              <a:noFill/>
              <a:prstDash val="solid"/>
              <a:miter/>
            </a:ln>
          </p:spPr>
          <p:txBody>
            <a:bodyPr rtlCol="0" anchor="ctr"/>
            <a:lstStyle/>
            <a:p>
              <a:endParaRPr lang="ja-JP" altLang="en-US"/>
            </a:p>
          </p:txBody>
        </p:sp>
        <p:sp>
          <p:nvSpPr>
            <p:cNvPr id="91" name="フリーフォーム: 図形 90">
              <a:extLst>
                <a:ext uri="{FF2B5EF4-FFF2-40B4-BE49-F238E27FC236}">
                  <a16:creationId xmlns:a16="http://schemas.microsoft.com/office/drawing/2014/main" id="{09733370-ECEF-4134-A5CB-69BE16B19A94}"/>
                </a:ext>
              </a:extLst>
            </p:cNvPr>
            <p:cNvSpPr/>
            <p:nvPr/>
          </p:nvSpPr>
          <p:spPr>
            <a:xfrm>
              <a:off x="6311733" y="3927135"/>
              <a:ext cx="109578" cy="207621"/>
            </a:xfrm>
            <a:custGeom>
              <a:avLst/>
              <a:gdLst>
                <a:gd name="connsiteX0" fmla="*/ 26818 w 109577"/>
                <a:gd name="connsiteY0" fmla="*/ 52424 h 207620"/>
                <a:gd name="connsiteX1" fmla="*/ 26818 w 109577"/>
                <a:gd name="connsiteY1" fmla="*/ 12688 h 207620"/>
                <a:gd name="connsiteX2" fmla="*/ 35180 w 109577"/>
                <a:gd name="connsiteY2" fmla="*/ 4325 h 207620"/>
                <a:gd name="connsiteX3" fmla="*/ 71052 w 109577"/>
                <a:gd name="connsiteY3" fmla="*/ 4325 h 207620"/>
                <a:gd name="connsiteX4" fmla="*/ 71052 w 109577"/>
                <a:gd name="connsiteY4" fmla="*/ 52424 h 207620"/>
                <a:gd name="connsiteX5" fmla="*/ 106579 w 109577"/>
                <a:gd name="connsiteY5" fmla="*/ 52424 h 207620"/>
                <a:gd name="connsiteX6" fmla="*/ 106579 w 109577"/>
                <a:gd name="connsiteY6" fmla="*/ 71283 h 207620"/>
                <a:gd name="connsiteX7" fmla="*/ 71052 w 109577"/>
                <a:gd name="connsiteY7" fmla="*/ 71283 h 207620"/>
                <a:gd name="connsiteX8" fmla="*/ 71052 w 109577"/>
                <a:gd name="connsiteY8" fmla="*/ 169326 h 207620"/>
                <a:gd name="connsiteX9" fmla="*/ 73302 w 109577"/>
                <a:gd name="connsiteY9" fmla="*/ 177227 h 207620"/>
                <a:gd name="connsiteX10" fmla="*/ 82529 w 109577"/>
                <a:gd name="connsiteY10" fmla="*/ 180630 h 207620"/>
                <a:gd name="connsiteX11" fmla="*/ 107040 w 109577"/>
                <a:gd name="connsiteY11" fmla="*/ 169615 h 207620"/>
                <a:gd name="connsiteX12" fmla="*/ 107040 w 109577"/>
                <a:gd name="connsiteY12" fmla="*/ 191415 h 207620"/>
                <a:gd name="connsiteX13" fmla="*/ 63670 w 109577"/>
                <a:gd name="connsiteY13" fmla="*/ 207909 h 207620"/>
                <a:gd name="connsiteX14" fmla="*/ 27394 w 109577"/>
                <a:gd name="connsiteY14" fmla="*/ 170595 h 207620"/>
                <a:gd name="connsiteX15" fmla="*/ 27394 w 109577"/>
                <a:gd name="connsiteY15" fmla="*/ 71283 h 207620"/>
                <a:gd name="connsiteX16" fmla="*/ 4325 w 109577"/>
                <a:gd name="connsiteY16" fmla="*/ 71283 h 207620"/>
                <a:gd name="connsiteX17" fmla="*/ 4325 w 109577"/>
                <a:gd name="connsiteY17" fmla="*/ 52424 h 207620"/>
                <a:gd name="connsiteX18" fmla="*/ 26818 w 109577"/>
                <a:gd name="connsiteY18" fmla="*/ 52424 h 20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577" h="207620">
                  <a:moveTo>
                    <a:pt x="26818" y="52424"/>
                  </a:moveTo>
                  <a:lnTo>
                    <a:pt x="26818" y="12688"/>
                  </a:lnTo>
                  <a:cubicBezTo>
                    <a:pt x="26818" y="8069"/>
                    <a:pt x="30562" y="4325"/>
                    <a:pt x="35180" y="4325"/>
                  </a:cubicBezTo>
                  <a:lnTo>
                    <a:pt x="71052" y="4325"/>
                  </a:lnTo>
                  <a:lnTo>
                    <a:pt x="71052" y="52424"/>
                  </a:lnTo>
                  <a:lnTo>
                    <a:pt x="106579" y="52424"/>
                  </a:lnTo>
                  <a:lnTo>
                    <a:pt x="106579" y="71283"/>
                  </a:lnTo>
                  <a:lnTo>
                    <a:pt x="71052" y="71283"/>
                  </a:lnTo>
                  <a:lnTo>
                    <a:pt x="71052" y="169326"/>
                  </a:lnTo>
                  <a:cubicBezTo>
                    <a:pt x="70992" y="172126"/>
                    <a:pt x="71776" y="174879"/>
                    <a:pt x="73302" y="177227"/>
                  </a:cubicBezTo>
                  <a:cubicBezTo>
                    <a:pt x="75640" y="179796"/>
                    <a:pt x="79083" y="181066"/>
                    <a:pt x="82529" y="180630"/>
                  </a:cubicBezTo>
                  <a:cubicBezTo>
                    <a:pt x="91733" y="179926"/>
                    <a:pt x="100402" y="176030"/>
                    <a:pt x="107040" y="169615"/>
                  </a:cubicBezTo>
                  <a:lnTo>
                    <a:pt x="107040" y="191415"/>
                  </a:lnTo>
                  <a:cubicBezTo>
                    <a:pt x="94864" y="201659"/>
                    <a:pt x="79576" y="207473"/>
                    <a:pt x="63670" y="207909"/>
                  </a:cubicBezTo>
                  <a:cubicBezTo>
                    <a:pt x="35699" y="207909"/>
                    <a:pt x="27394" y="187955"/>
                    <a:pt x="27394" y="170595"/>
                  </a:cubicBezTo>
                  <a:lnTo>
                    <a:pt x="27394" y="71283"/>
                  </a:lnTo>
                  <a:lnTo>
                    <a:pt x="4325" y="71283"/>
                  </a:lnTo>
                  <a:lnTo>
                    <a:pt x="4325" y="52424"/>
                  </a:lnTo>
                  <a:lnTo>
                    <a:pt x="26818" y="52424"/>
                  </a:lnTo>
                </a:path>
              </a:pathLst>
            </a:custGeom>
            <a:solidFill>
              <a:srgbClr val="000000"/>
            </a:solidFill>
            <a:ln w="9525" cap="flat">
              <a:noFill/>
              <a:prstDash val="solid"/>
              <a:miter/>
            </a:ln>
          </p:spPr>
          <p:txBody>
            <a:bodyPr rtlCol="0" anchor="ctr"/>
            <a:lstStyle/>
            <a:p>
              <a:endParaRPr lang="ja-JP" altLang="en-US"/>
            </a:p>
          </p:txBody>
        </p:sp>
      </p:grpSp>
    </p:spTree>
    <p:extLst>
      <p:ext uri="{BB962C8B-B14F-4D97-AF65-F5344CB8AC3E}">
        <p14:creationId xmlns:p14="http://schemas.microsoft.com/office/powerpoint/2010/main" val="3186064708"/>
      </p:ext>
    </p:extLst>
  </p:cSld>
  <p:clrMapOvr>
    <a:masterClrMapping/>
  </p:clrMapOvr>
  <p:extLst>
    <p:ext uri="{DCECCB84-F9BA-43D5-87BE-67443E8EF086}">
      <p15:sldGuideLst xmlns:p15="http://schemas.microsoft.com/office/powerpoint/2012/main">
        <p15:guide id="1" pos="2880">
          <p15:clr>
            <a:srgbClr val="FBAE40"/>
          </p15:clr>
        </p15:guide>
        <p15:guide id="2" orient="horz" pos="16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2274046119"/>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BBDA4673-E347-B18E-C901-C15FFE37B928}"/>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23541452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
        <p:nvSpPr>
          <p:cNvPr id="5" name="テキスト プレースホルダー 4">
            <a:extLst>
              <a:ext uri="{FF2B5EF4-FFF2-40B4-BE49-F238E27FC236}">
                <a16:creationId xmlns:a16="http://schemas.microsoft.com/office/drawing/2014/main" id="{150BF9E0-350D-4920-B75F-CF9172CA34A5}"/>
              </a:ext>
            </a:extLst>
          </p:cNvPr>
          <p:cNvSpPr>
            <a:spLocks noGrp="1"/>
          </p:cNvSpPr>
          <p:nvPr>
            <p:ph type="body" sz="quarter" idx="11" hasCustomPrompt="1"/>
          </p:nvPr>
        </p:nvSpPr>
        <p:spPr>
          <a:xfrm>
            <a:off x="539552" y="868957"/>
            <a:ext cx="8075811" cy="3826867"/>
          </a:xfrm>
        </p:spPr>
        <p:txBody>
          <a:bodyPr/>
          <a:lstStyle>
            <a:lvl1pPr>
              <a:defRPr/>
            </a:lvl1pPr>
            <a:lvl2pPr>
              <a:defRPr/>
            </a:lvl2pPr>
            <a:lvl3pPr>
              <a:defRPr/>
            </a:lvl3pPr>
            <a:lvl4pPr>
              <a:defRPr/>
            </a:lvl4pPr>
            <a:lvl5pPr>
              <a:defRPr/>
            </a:lvl5p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4" name="タイトル 3">
            <a:extLst>
              <a:ext uri="{FF2B5EF4-FFF2-40B4-BE49-F238E27FC236}">
                <a16:creationId xmlns:a16="http://schemas.microsoft.com/office/drawing/2014/main" id="{76DDD061-7C92-4362-B515-ADA50FF9D122}"/>
              </a:ext>
            </a:extLst>
          </p:cNvPr>
          <p:cNvSpPr>
            <a:spLocks noGrp="1"/>
          </p:cNvSpPr>
          <p:nvPr>
            <p:ph type="title" hasCustomPrompt="1"/>
          </p:nvPr>
        </p:nvSpPr>
        <p:spPr>
          <a:xfrm>
            <a:off x="539552" y="116531"/>
            <a:ext cx="6048000" cy="475200"/>
          </a:xfrm>
        </p:spPr>
        <p:txBody>
          <a:bodyPr/>
          <a:lstStyle>
            <a:lvl1pPr>
              <a:defRPr baseline="0"/>
            </a:lvl1p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kumimoji="1" lang="ja-JP" altLang="en-US"/>
          </a:p>
        </p:txBody>
      </p:sp>
    </p:spTree>
    <p:extLst>
      <p:ext uri="{BB962C8B-B14F-4D97-AF65-F5344CB8AC3E}">
        <p14:creationId xmlns:p14="http://schemas.microsoft.com/office/powerpoint/2010/main" val="2711543655"/>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_タイトルとコンテンツ">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135F642B-888C-4CAF-B871-8B246E605CCB}"/>
              </a:ext>
            </a:extLst>
          </p:cNvPr>
          <p:cNvSpPr>
            <a:spLocks noGrp="1"/>
          </p:cNvSpPr>
          <p:nvPr>
            <p:ph type="sldNum" sz="quarter" idx="10"/>
          </p:nvPr>
        </p:nvSpPr>
        <p:spPr/>
        <p:txBody>
          <a:bodyPr/>
          <a:lstStyle/>
          <a:p>
            <a:fld id="{9FB9FBB1-FD5B-41A6-B84B-A229A6B4BB39}" type="slidenum">
              <a:rPr lang="en-US" altLang="ja-JP" smtClean="0"/>
              <a:pPr/>
              <a:t>‹#›</a:t>
            </a:fld>
            <a:endParaRPr lang="en-US"/>
          </a:p>
        </p:txBody>
      </p:sp>
    </p:spTree>
    <p:extLst>
      <p:ext uri="{BB962C8B-B14F-4D97-AF65-F5344CB8AC3E}">
        <p14:creationId xmlns:p14="http://schemas.microsoft.com/office/powerpoint/2010/main" val="3503309310"/>
      </p:ext>
    </p:extLst>
  </p:cSld>
  <p:clrMapOvr>
    <a:masterClrMapping/>
  </p:clrMapOvr>
  <p:extLst>
    <p:ext uri="{DCECCB84-F9BA-43D5-87BE-67443E8EF086}">
      <p15:sldGuideLst xmlns:p15="http://schemas.microsoft.com/office/powerpoint/2012/main">
        <p15:guide id="1" pos="5427">
          <p15:clr>
            <a:srgbClr val="FBAE40"/>
          </p15:clr>
        </p15:guide>
        <p15:guide id="2" pos="340">
          <p15:clr>
            <a:srgbClr val="FBAE40"/>
          </p15:clr>
        </p15:guide>
        <p15:guide id="3" orient="horz" pos="547">
          <p15:clr>
            <a:srgbClr val="FBAE40"/>
          </p15:clr>
        </p15:guide>
        <p15:guide id="4" orient="horz" pos="1756">
          <p15:clr>
            <a:srgbClr val="FBAE40"/>
          </p15:clr>
        </p15:guide>
        <p15:guide id="5" orient="horz" pos="2958">
          <p15:clr>
            <a:srgbClr val="FBAE40"/>
          </p15:clr>
        </p15:guide>
        <p15:guide id="6" orient="horz" pos="315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9552" y="113734"/>
            <a:ext cx="6257058" cy="475426"/>
          </a:xfrm>
          <a:prstGeom prst="rect">
            <a:avLst/>
          </a:prstGeom>
        </p:spPr>
        <p:txBody>
          <a:bodyPr vert="horz" lIns="0" tIns="0" rIns="0" bIns="0" rtlCol="0" anchor="b">
            <a:noAutofit/>
          </a:body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lang="en-US"/>
          </a:p>
        </p:txBody>
      </p:sp>
      <p:sp>
        <p:nvSpPr>
          <p:cNvPr id="12" name="Slide Number Placeholder 5">
            <a:extLst>
              <a:ext uri="{FF2B5EF4-FFF2-40B4-BE49-F238E27FC236}">
                <a16:creationId xmlns:a16="http://schemas.microsoft.com/office/drawing/2014/main" id="{D5415A91-82B8-49CA-B0CC-8E5663346E25}"/>
              </a:ext>
            </a:extLst>
          </p:cNvPr>
          <p:cNvSpPr>
            <a:spLocks noGrp="1"/>
          </p:cNvSpPr>
          <p:nvPr userDrawn="1">
            <p:ph type="sldNum" sz="quarter" idx="4"/>
          </p:nvPr>
        </p:nvSpPr>
        <p:spPr>
          <a:xfrm>
            <a:off x="8738980" y="4909604"/>
            <a:ext cx="360000" cy="144000"/>
          </a:xfrm>
          <a:prstGeom prst="rect">
            <a:avLst/>
          </a:prstGeom>
        </p:spPr>
        <p:txBody>
          <a:bodyPr vert="horz" lIns="0" tIns="0" rIns="0" bIns="0" rtlCol="0" anchor="ctr"/>
          <a:lstStyle>
            <a:lvl1pPr algn="ctr" fontAlgn="ctr">
              <a:defRPr lang="ja-JP" altLang="en-US" sz="1000" smtClean="0">
                <a:solidFill>
                  <a:schemeClr val="tx1"/>
                </a:solidFill>
              </a:defRPr>
            </a:lvl1pPr>
          </a:lstStyle>
          <a:p>
            <a:fld id="{9FB9FBB1-FD5B-41A6-B84B-A229A6B4BB39}" type="slidenum">
              <a:rPr lang="en-US" altLang="ja-JP" smtClean="0"/>
              <a:pPr/>
              <a:t>‹#›</a:t>
            </a:fld>
            <a:endParaRPr lang="en-US"/>
          </a:p>
        </p:txBody>
      </p:sp>
      <p:cxnSp>
        <p:nvCxnSpPr>
          <p:cNvPr id="117" name="直線コネクタ 116">
            <a:extLst>
              <a:ext uri="{FF2B5EF4-FFF2-40B4-BE49-F238E27FC236}">
                <a16:creationId xmlns:a16="http://schemas.microsoft.com/office/drawing/2014/main" id="{DBC34B8D-FEAA-46B2-BB80-8BDE492EC326}"/>
              </a:ext>
            </a:extLst>
          </p:cNvPr>
          <p:cNvCxnSpPr>
            <a:cxnSpLocks/>
          </p:cNvCxnSpPr>
          <p:nvPr userDrawn="1"/>
        </p:nvCxnSpPr>
        <p:spPr>
          <a:xfrm>
            <a:off x="108000" y="666887"/>
            <a:ext cx="8928000" cy="0"/>
          </a:xfrm>
          <a:prstGeom prst="line">
            <a:avLst/>
          </a:prstGeom>
          <a:ln w="9525">
            <a:solidFill>
              <a:srgbClr val="333333"/>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userDrawn="1">
            <p:ph type="body" idx="1"/>
          </p:nvPr>
        </p:nvSpPr>
        <p:spPr>
          <a:xfrm>
            <a:off x="539552" y="869390"/>
            <a:ext cx="8071200" cy="3810083"/>
          </a:xfrm>
          <a:prstGeom prst="rect">
            <a:avLst/>
          </a:prstGeom>
        </p:spPr>
        <p:txBody>
          <a:bodyPr vert="horz" lIns="0" tIns="0" rIns="0" bIns="0" rtlCol="0">
            <a:noAutofit/>
          </a:body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133" name="正方形/長方形 132">
            <a:extLst>
              <a:ext uri="{FF2B5EF4-FFF2-40B4-BE49-F238E27FC236}">
                <a16:creationId xmlns:a16="http://schemas.microsoft.com/office/drawing/2014/main" id="{DB8D4663-CAF7-4E4E-8A77-A4D3603AF7F5}"/>
              </a:ext>
            </a:extLst>
          </p:cNvPr>
          <p:cNvSpPr/>
          <p:nvPr userDrawn="1"/>
        </p:nvSpPr>
        <p:spPr>
          <a:xfrm>
            <a:off x="7051604" y="4913886"/>
            <a:ext cx="1690759" cy="123111"/>
          </a:xfrm>
          <a:prstGeom prst="rect">
            <a:avLst/>
          </a:prstGeom>
        </p:spPr>
        <p:txBody>
          <a:bodyPr wrap="square" lIns="0" tIns="0" rIns="0" bIns="0">
            <a:spAutoFit/>
          </a:bodyPr>
          <a:lstStyle/>
          <a:p>
            <a:pPr algn="r">
              <a:spcBef>
                <a:spcPts val="400"/>
              </a:spcBef>
            </a:pPr>
            <a:r>
              <a:rPr kumimoji="1" lang="en-US" altLang="ja-JP" sz="800" spc="-20">
                <a:latin typeface="Arial" panose="020B0604020202020204" pitchFamily="34" charset="0"/>
                <a:ea typeface="メイリオ" panose="020B0604030504040204" pitchFamily="50" charset="-128"/>
                <a:cs typeface="Arial" panose="020B0604020202020204" pitchFamily="34" charset="0"/>
              </a:rPr>
              <a:t>FUJIFILM</a:t>
            </a:r>
            <a:r>
              <a:rPr kumimoji="1" lang="ja-JP" altLang="en-US" sz="800" spc="-20">
                <a:latin typeface="Arial" panose="020B0604020202020204" pitchFamily="34" charset="0"/>
                <a:ea typeface="メイリオ" panose="020B0604030504040204" pitchFamily="50" charset="-128"/>
                <a:cs typeface="Arial" panose="020B0604020202020204" pitchFamily="34" charset="0"/>
              </a:rPr>
              <a:t> </a:t>
            </a:r>
            <a:r>
              <a:rPr kumimoji="1" lang="en-US" altLang="ja-JP" sz="800" spc="-20">
                <a:latin typeface="Arial" panose="020B0604020202020204" pitchFamily="34" charset="0"/>
                <a:ea typeface="メイリオ" panose="020B0604030504040204" pitchFamily="50" charset="-128"/>
                <a:cs typeface="Arial" panose="020B0604020202020204" pitchFamily="34" charset="0"/>
              </a:rPr>
              <a:t>Holdings</a:t>
            </a:r>
            <a:r>
              <a:rPr kumimoji="1" lang="ja-JP" altLang="en-US" sz="800" spc="-20">
                <a:latin typeface="Arial" panose="020B0604020202020204" pitchFamily="34" charset="0"/>
                <a:ea typeface="メイリオ" panose="020B0604030504040204" pitchFamily="50" charset="-128"/>
                <a:cs typeface="Arial" panose="020B0604020202020204" pitchFamily="34" charset="0"/>
              </a:rPr>
              <a:t> </a:t>
            </a:r>
            <a:r>
              <a:rPr kumimoji="1" lang="en-US" altLang="ja-JP" sz="800" spc="-20">
                <a:latin typeface="Arial" panose="020B0604020202020204" pitchFamily="34" charset="0"/>
                <a:ea typeface="メイリオ" panose="020B0604030504040204" pitchFamily="50" charset="-128"/>
                <a:cs typeface="Arial" panose="020B0604020202020204" pitchFamily="34" charset="0"/>
              </a:rPr>
              <a:t>Corporation</a:t>
            </a:r>
            <a:endParaRPr kumimoji="1" lang="ja-JP" altLang="en-US" sz="800" spc="-20" err="1">
              <a:latin typeface="Arial" panose="020B0604020202020204" pitchFamily="34" charset="0"/>
              <a:ea typeface="メイリオ" panose="020B0604030504040204" pitchFamily="50" charset="-128"/>
              <a:cs typeface="Arial" panose="020B0604020202020204" pitchFamily="34" charset="0"/>
            </a:endParaRPr>
          </a:p>
        </p:txBody>
      </p:sp>
      <p:grpSp>
        <p:nvGrpSpPr>
          <p:cNvPr id="13" name="グループ化 12">
            <a:extLst>
              <a:ext uri="{FF2B5EF4-FFF2-40B4-BE49-F238E27FC236}">
                <a16:creationId xmlns:a16="http://schemas.microsoft.com/office/drawing/2014/main" id="{DEF21793-6ACD-4626-9340-9304B20525F3}"/>
              </a:ext>
            </a:extLst>
          </p:cNvPr>
          <p:cNvGrpSpPr/>
          <p:nvPr userDrawn="1"/>
        </p:nvGrpSpPr>
        <p:grpSpPr>
          <a:xfrm>
            <a:off x="7298885" y="177800"/>
            <a:ext cx="1674242" cy="286225"/>
            <a:chOff x="7362825" y="177800"/>
            <a:chExt cx="1674242" cy="416854"/>
          </a:xfrm>
        </p:grpSpPr>
        <p:sp>
          <p:nvSpPr>
            <p:cNvPr id="14" name="正方形/長方形 13">
              <a:extLst>
                <a:ext uri="{FF2B5EF4-FFF2-40B4-BE49-F238E27FC236}">
                  <a16:creationId xmlns:a16="http://schemas.microsoft.com/office/drawing/2014/main" id="{1CD200A6-9A5D-4C0C-B731-C3016EFE2D4E}"/>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07493EA-E841-4611-A9BE-34AC69FA89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16" name="テキスト ボックス 15">
              <a:extLst>
                <a:ext uri="{FF2B5EF4-FFF2-40B4-BE49-F238E27FC236}">
                  <a16:creationId xmlns:a16="http://schemas.microsoft.com/office/drawing/2014/main" id="{A248B60A-30A8-47CC-B903-DB32B786C6F3}"/>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p:txBody>
        </p:sp>
        <p:sp>
          <p:nvSpPr>
            <p:cNvPr id="17" name="テキスト ボックス 16">
              <a:extLst>
                <a:ext uri="{FF2B5EF4-FFF2-40B4-BE49-F238E27FC236}">
                  <a16:creationId xmlns:a16="http://schemas.microsoft.com/office/drawing/2014/main" id="{8A94C85C-D5AB-4915-9951-DDC0C81D560E}"/>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3801862492"/>
      </p:ext>
    </p:extLst>
  </p:cSld>
  <p:clrMap bg1="lt1" tx1="dk1" bg2="lt2" tx2="dk2" accent1="accent1" accent2="accent2" accent3="accent3" accent4="accent4" accent5="accent5" accent6="accent6" hlink="hlink" folHlink="folHlink"/>
  <p:sldLayoutIdLst>
    <p:sldLayoutId id="2147483712" r:id="rId1"/>
    <p:sldLayoutId id="2147483705" r:id="rId2"/>
    <p:sldLayoutId id="2147483706" r:id="rId3"/>
    <p:sldLayoutId id="2147483709" r:id="rId4"/>
    <p:sldLayoutId id="2147483710" r:id="rId5"/>
    <p:sldLayoutId id="2147483715" r:id="rId6"/>
    <p:sldLayoutId id="2147483708" r:id="rId7"/>
    <p:sldLayoutId id="2147483667" r:id="rId8"/>
    <p:sldLayoutId id="2147483729" r:id="rId9"/>
    <p:sldLayoutId id="2147483733" r:id="rId10"/>
    <p:sldLayoutId id="2147483732" r:id="rId11"/>
    <p:sldLayoutId id="2147483735" r:id="rId12"/>
    <p:sldLayoutId id="2147483736" r:id="rId13"/>
  </p:sldLayoutIdLst>
  <p:hf hdr="0" ftr="0" dt="0"/>
  <p:txStyles>
    <p:titleStyle>
      <a:lvl1pPr algn="l" defTabSz="984077" rtl="0" eaLnBrk="1" fontAlgn="ctr" latinLnBrk="0" hangingPunct="1">
        <a:lnSpc>
          <a:spcPct val="100000"/>
        </a:lnSpc>
        <a:spcBef>
          <a:spcPct val="0"/>
        </a:spcBef>
        <a:buNone/>
        <a:defRPr kumimoji="1" sz="1700" kern="1200">
          <a:solidFill>
            <a:schemeClr val="tx1"/>
          </a:solidFill>
          <a:latin typeface="+mj-lt"/>
          <a:ea typeface="+mj-ea"/>
          <a:cs typeface="+mj-cs"/>
        </a:defRPr>
      </a:lvl1pPr>
    </p:titleStyle>
    <p:body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p:bodyStyle>
    <p:otherStyle>
      <a:defPPr>
        <a:defRPr lang="en-US"/>
      </a:defPPr>
      <a:lvl1pPr marL="0" algn="l" defTabSz="984077" rtl="0" eaLnBrk="1" latinLnBrk="0" hangingPunct="1">
        <a:defRPr kumimoji="1" sz="1937" kern="1200">
          <a:solidFill>
            <a:schemeClr val="tx1"/>
          </a:solidFill>
          <a:latin typeface="+mn-lt"/>
          <a:ea typeface="+mn-ea"/>
          <a:cs typeface="+mn-cs"/>
        </a:defRPr>
      </a:lvl1pPr>
      <a:lvl2pPr marL="492039" algn="l" defTabSz="984077" rtl="0" eaLnBrk="1" latinLnBrk="0" hangingPunct="1">
        <a:defRPr kumimoji="1" sz="1937" kern="1200">
          <a:solidFill>
            <a:schemeClr val="tx1"/>
          </a:solidFill>
          <a:latin typeface="+mn-lt"/>
          <a:ea typeface="+mn-ea"/>
          <a:cs typeface="+mn-cs"/>
        </a:defRPr>
      </a:lvl2pPr>
      <a:lvl3pPr marL="984077" algn="l" defTabSz="984077" rtl="0" eaLnBrk="1" latinLnBrk="0" hangingPunct="1">
        <a:defRPr kumimoji="1" sz="1937" kern="1200">
          <a:solidFill>
            <a:schemeClr val="tx1"/>
          </a:solidFill>
          <a:latin typeface="+mn-lt"/>
          <a:ea typeface="+mn-ea"/>
          <a:cs typeface="+mn-cs"/>
        </a:defRPr>
      </a:lvl3pPr>
      <a:lvl4pPr marL="1476116" algn="l" defTabSz="984077" rtl="0" eaLnBrk="1" latinLnBrk="0" hangingPunct="1">
        <a:defRPr kumimoji="1" sz="1937" kern="1200">
          <a:solidFill>
            <a:schemeClr val="tx1"/>
          </a:solidFill>
          <a:latin typeface="+mn-lt"/>
          <a:ea typeface="+mn-ea"/>
          <a:cs typeface="+mn-cs"/>
        </a:defRPr>
      </a:lvl4pPr>
      <a:lvl5pPr marL="1968155" algn="l" defTabSz="984077" rtl="0" eaLnBrk="1" latinLnBrk="0" hangingPunct="1">
        <a:defRPr kumimoji="1" sz="1937" kern="1200">
          <a:solidFill>
            <a:schemeClr val="tx1"/>
          </a:solidFill>
          <a:latin typeface="+mn-lt"/>
          <a:ea typeface="+mn-ea"/>
          <a:cs typeface="+mn-cs"/>
        </a:defRPr>
      </a:lvl5pPr>
      <a:lvl6pPr marL="2460193" algn="l" defTabSz="984077" rtl="0" eaLnBrk="1" latinLnBrk="0" hangingPunct="1">
        <a:defRPr kumimoji="1" sz="1937" kern="1200">
          <a:solidFill>
            <a:schemeClr val="tx1"/>
          </a:solidFill>
          <a:latin typeface="+mn-lt"/>
          <a:ea typeface="+mn-ea"/>
          <a:cs typeface="+mn-cs"/>
        </a:defRPr>
      </a:lvl6pPr>
      <a:lvl7pPr marL="2952232" algn="l" defTabSz="984077" rtl="0" eaLnBrk="1" latinLnBrk="0" hangingPunct="1">
        <a:defRPr kumimoji="1" sz="1937" kern="1200">
          <a:solidFill>
            <a:schemeClr val="tx1"/>
          </a:solidFill>
          <a:latin typeface="+mn-lt"/>
          <a:ea typeface="+mn-ea"/>
          <a:cs typeface="+mn-cs"/>
        </a:defRPr>
      </a:lvl7pPr>
      <a:lvl8pPr marL="3444270" algn="l" defTabSz="984077" rtl="0" eaLnBrk="1" latinLnBrk="0" hangingPunct="1">
        <a:defRPr kumimoji="1" sz="1937" kern="1200">
          <a:solidFill>
            <a:schemeClr val="tx1"/>
          </a:solidFill>
          <a:latin typeface="+mn-lt"/>
          <a:ea typeface="+mn-ea"/>
          <a:cs typeface="+mn-cs"/>
        </a:defRPr>
      </a:lvl8pPr>
      <a:lvl9pPr marL="3936309" algn="l" defTabSz="984077" rtl="0" eaLnBrk="1" latinLnBrk="0" hangingPunct="1">
        <a:defRPr kumimoji="1" sz="19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9552" y="113734"/>
            <a:ext cx="6257058" cy="475426"/>
          </a:xfrm>
          <a:prstGeom prst="rect">
            <a:avLst/>
          </a:prstGeom>
        </p:spPr>
        <p:txBody>
          <a:bodyPr vert="horz" lIns="0" tIns="0" rIns="0" bIns="0" rtlCol="0" anchor="b">
            <a:noAutofit/>
          </a:body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lang="en-US"/>
          </a:p>
        </p:txBody>
      </p:sp>
      <p:sp>
        <p:nvSpPr>
          <p:cNvPr id="12" name="Slide Number Placeholder 5">
            <a:extLst>
              <a:ext uri="{FF2B5EF4-FFF2-40B4-BE49-F238E27FC236}">
                <a16:creationId xmlns:a16="http://schemas.microsoft.com/office/drawing/2014/main" id="{D5415A91-82B8-49CA-B0CC-8E5663346E25}"/>
              </a:ext>
            </a:extLst>
          </p:cNvPr>
          <p:cNvSpPr>
            <a:spLocks noGrp="1"/>
          </p:cNvSpPr>
          <p:nvPr userDrawn="1">
            <p:ph type="sldNum" sz="quarter" idx="4"/>
          </p:nvPr>
        </p:nvSpPr>
        <p:spPr>
          <a:xfrm>
            <a:off x="8738980" y="4909604"/>
            <a:ext cx="360000" cy="144000"/>
          </a:xfrm>
          <a:prstGeom prst="rect">
            <a:avLst/>
          </a:prstGeom>
        </p:spPr>
        <p:txBody>
          <a:bodyPr vert="horz" lIns="0" tIns="0" rIns="0" bIns="0" rtlCol="0" anchor="ctr"/>
          <a:lstStyle>
            <a:lvl1pPr algn="ctr" fontAlgn="ctr">
              <a:defRPr lang="ja-JP" altLang="en-US" sz="1000" smtClean="0">
                <a:solidFill>
                  <a:schemeClr val="tx1"/>
                </a:solidFill>
              </a:defRPr>
            </a:lvl1pPr>
          </a:lstStyle>
          <a:p>
            <a:fld id="{9FB9FBB1-FD5B-41A6-B84B-A229A6B4BB39}" type="slidenum">
              <a:rPr lang="en-US" altLang="ja-JP" smtClean="0"/>
              <a:pPr/>
              <a:t>‹#›</a:t>
            </a:fld>
            <a:endParaRPr lang="en-US"/>
          </a:p>
        </p:txBody>
      </p:sp>
      <p:cxnSp>
        <p:nvCxnSpPr>
          <p:cNvPr id="117" name="直線コネクタ 116">
            <a:extLst>
              <a:ext uri="{FF2B5EF4-FFF2-40B4-BE49-F238E27FC236}">
                <a16:creationId xmlns:a16="http://schemas.microsoft.com/office/drawing/2014/main" id="{DBC34B8D-FEAA-46B2-BB80-8BDE492EC326}"/>
              </a:ext>
            </a:extLst>
          </p:cNvPr>
          <p:cNvCxnSpPr>
            <a:cxnSpLocks/>
          </p:cNvCxnSpPr>
          <p:nvPr userDrawn="1"/>
        </p:nvCxnSpPr>
        <p:spPr>
          <a:xfrm>
            <a:off x="108000" y="666887"/>
            <a:ext cx="8928000" cy="0"/>
          </a:xfrm>
          <a:prstGeom prst="line">
            <a:avLst/>
          </a:prstGeom>
          <a:ln w="9525">
            <a:solidFill>
              <a:srgbClr val="333333"/>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userDrawn="1">
            <p:ph type="body" idx="1"/>
          </p:nvPr>
        </p:nvSpPr>
        <p:spPr>
          <a:xfrm>
            <a:off x="539552" y="869390"/>
            <a:ext cx="8071200" cy="3810083"/>
          </a:xfrm>
          <a:prstGeom prst="rect">
            <a:avLst/>
          </a:prstGeom>
        </p:spPr>
        <p:txBody>
          <a:bodyPr vert="horz" lIns="0" tIns="0" rIns="0" bIns="0" rtlCol="0">
            <a:noAutofit/>
          </a:body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sp>
        <p:nvSpPr>
          <p:cNvPr id="133" name="正方形/長方形 132">
            <a:extLst>
              <a:ext uri="{FF2B5EF4-FFF2-40B4-BE49-F238E27FC236}">
                <a16:creationId xmlns:a16="http://schemas.microsoft.com/office/drawing/2014/main" id="{DB8D4663-CAF7-4E4E-8A77-A4D3603AF7F5}"/>
              </a:ext>
            </a:extLst>
          </p:cNvPr>
          <p:cNvSpPr/>
          <p:nvPr userDrawn="1"/>
        </p:nvSpPr>
        <p:spPr>
          <a:xfrm>
            <a:off x="7051604" y="4913886"/>
            <a:ext cx="1690759" cy="123111"/>
          </a:xfrm>
          <a:prstGeom prst="rect">
            <a:avLst/>
          </a:prstGeom>
        </p:spPr>
        <p:txBody>
          <a:bodyPr wrap="square" lIns="0" tIns="0" rIns="0" bIns="0">
            <a:spAutoFit/>
          </a:bodyPr>
          <a:lstStyle/>
          <a:p>
            <a:pPr algn="r">
              <a:spcBef>
                <a:spcPts val="400"/>
              </a:spcBef>
            </a:pPr>
            <a:r>
              <a:rPr kumimoji="1" lang="en-US" altLang="ja-JP" sz="800" spc="-20">
                <a:latin typeface="Arial" panose="020B0604020202020204" pitchFamily="34" charset="0"/>
                <a:ea typeface="メイリオ" panose="020B0604030504040204" pitchFamily="50" charset="-128"/>
                <a:cs typeface="Arial" panose="020B0604020202020204" pitchFamily="34" charset="0"/>
              </a:rPr>
              <a:t>FUJIFILM</a:t>
            </a:r>
            <a:r>
              <a:rPr kumimoji="1" lang="ja-JP" altLang="en-US" sz="800" spc="-20">
                <a:latin typeface="Arial" panose="020B0604020202020204" pitchFamily="34" charset="0"/>
                <a:ea typeface="メイリオ" panose="020B0604030504040204" pitchFamily="50" charset="-128"/>
                <a:cs typeface="Arial" panose="020B0604020202020204" pitchFamily="34" charset="0"/>
              </a:rPr>
              <a:t> </a:t>
            </a:r>
            <a:r>
              <a:rPr kumimoji="1" lang="en-US" altLang="ja-JP" sz="800" spc="-20">
                <a:latin typeface="Arial" panose="020B0604020202020204" pitchFamily="34" charset="0"/>
                <a:ea typeface="メイリオ" panose="020B0604030504040204" pitchFamily="50" charset="-128"/>
                <a:cs typeface="Arial" panose="020B0604020202020204" pitchFamily="34" charset="0"/>
              </a:rPr>
              <a:t>Holdings</a:t>
            </a:r>
            <a:r>
              <a:rPr kumimoji="1" lang="ja-JP" altLang="en-US" sz="800" spc="-20">
                <a:latin typeface="Arial" panose="020B0604020202020204" pitchFamily="34" charset="0"/>
                <a:ea typeface="メイリオ" panose="020B0604030504040204" pitchFamily="50" charset="-128"/>
                <a:cs typeface="Arial" panose="020B0604020202020204" pitchFamily="34" charset="0"/>
              </a:rPr>
              <a:t> </a:t>
            </a:r>
            <a:r>
              <a:rPr kumimoji="1" lang="en-US" altLang="ja-JP" sz="800" spc="-20">
                <a:latin typeface="Arial" panose="020B0604020202020204" pitchFamily="34" charset="0"/>
                <a:ea typeface="メイリオ" panose="020B0604030504040204" pitchFamily="50" charset="-128"/>
                <a:cs typeface="Arial" panose="020B0604020202020204" pitchFamily="34" charset="0"/>
              </a:rPr>
              <a:t>Corporation</a:t>
            </a:r>
            <a:endParaRPr kumimoji="1" lang="ja-JP" altLang="en-US" sz="800" spc="-20" err="1">
              <a:latin typeface="Arial" panose="020B0604020202020204" pitchFamily="34" charset="0"/>
              <a:ea typeface="メイリオ" panose="020B0604030504040204" pitchFamily="50" charset="-128"/>
              <a:cs typeface="Arial" panose="020B0604020202020204" pitchFamily="34" charset="0"/>
            </a:endParaRPr>
          </a:p>
        </p:txBody>
      </p:sp>
    </p:spTree>
    <p:extLst>
      <p:ext uri="{BB962C8B-B14F-4D97-AF65-F5344CB8AC3E}">
        <p14:creationId xmlns:p14="http://schemas.microsoft.com/office/powerpoint/2010/main" val="187537880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Lst>
  <p:hf hdr="0" ftr="0" dt="0"/>
  <p:txStyles>
    <p:titleStyle>
      <a:lvl1pPr algn="l" defTabSz="984077" rtl="0" eaLnBrk="1" fontAlgn="ctr" latinLnBrk="0" hangingPunct="1">
        <a:lnSpc>
          <a:spcPct val="100000"/>
        </a:lnSpc>
        <a:spcBef>
          <a:spcPct val="0"/>
        </a:spcBef>
        <a:buNone/>
        <a:defRPr kumimoji="1" sz="1700" kern="1200">
          <a:solidFill>
            <a:schemeClr val="tx1"/>
          </a:solidFill>
          <a:latin typeface="+mj-lt"/>
          <a:ea typeface="+mj-ea"/>
          <a:cs typeface="+mj-cs"/>
        </a:defRPr>
      </a:lvl1pPr>
    </p:titleStyle>
    <p:body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p:bodyStyle>
    <p:otherStyle>
      <a:defPPr>
        <a:defRPr lang="en-US"/>
      </a:defPPr>
      <a:lvl1pPr marL="0" algn="l" defTabSz="984077" rtl="0" eaLnBrk="1" latinLnBrk="0" hangingPunct="1">
        <a:defRPr kumimoji="1" sz="1937" kern="1200">
          <a:solidFill>
            <a:schemeClr val="tx1"/>
          </a:solidFill>
          <a:latin typeface="+mn-lt"/>
          <a:ea typeface="+mn-ea"/>
          <a:cs typeface="+mn-cs"/>
        </a:defRPr>
      </a:lvl1pPr>
      <a:lvl2pPr marL="492039" algn="l" defTabSz="984077" rtl="0" eaLnBrk="1" latinLnBrk="0" hangingPunct="1">
        <a:defRPr kumimoji="1" sz="1937" kern="1200">
          <a:solidFill>
            <a:schemeClr val="tx1"/>
          </a:solidFill>
          <a:latin typeface="+mn-lt"/>
          <a:ea typeface="+mn-ea"/>
          <a:cs typeface="+mn-cs"/>
        </a:defRPr>
      </a:lvl2pPr>
      <a:lvl3pPr marL="984077" algn="l" defTabSz="984077" rtl="0" eaLnBrk="1" latinLnBrk="0" hangingPunct="1">
        <a:defRPr kumimoji="1" sz="1937" kern="1200">
          <a:solidFill>
            <a:schemeClr val="tx1"/>
          </a:solidFill>
          <a:latin typeface="+mn-lt"/>
          <a:ea typeface="+mn-ea"/>
          <a:cs typeface="+mn-cs"/>
        </a:defRPr>
      </a:lvl3pPr>
      <a:lvl4pPr marL="1476116" algn="l" defTabSz="984077" rtl="0" eaLnBrk="1" latinLnBrk="0" hangingPunct="1">
        <a:defRPr kumimoji="1" sz="1937" kern="1200">
          <a:solidFill>
            <a:schemeClr val="tx1"/>
          </a:solidFill>
          <a:latin typeface="+mn-lt"/>
          <a:ea typeface="+mn-ea"/>
          <a:cs typeface="+mn-cs"/>
        </a:defRPr>
      </a:lvl4pPr>
      <a:lvl5pPr marL="1968155" algn="l" defTabSz="984077" rtl="0" eaLnBrk="1" latinLnBrk="0" hangingPunct="1">
        <a:defRPr kumimoji="1" sz="1937" kern="1200">
          <a:solidFill>
            <a:schemeClr val="tx1"/>
          </a:solidFill>
          <a:latin typeface="+mn-lt"/>
          <a:ea typeface="+mn-ea"/>
          <a:cs typeface="+mn-cs"/>
        </a:defRPr>
      </a:lvl5pPr>
      <a:lvl6pPr marL="2460193" algn="l" defTabSz="984077" rtl="0" eaLnBrk="1" latinLnBrk="0" hangingPunct="1">
        <a:defRPr kumimoji="1" sz="1937" kern="1200">
          <a:solidFill>
            <a:schemeClr val="tx1"/>
          </a:solidFill>
          <a:latin typeface="+mn-lt"/>
          <a:ea typeface="+mn-ea"/>
          <a:cs typeface="+mn-cs"/>
        </a:defRPr>
      </a:lvl6pPr>
      <a:lvl7pPr marL="2952232" algn="l" defTabSz="984077" rtl="0" eaLnBrk="1" latinLnBrk="0" hangingPunct="1">
        <a:defRPr kumimoji="1" sz="1937" kern="1200">
          <a:solidFill>
            <a:schemeClr val="tx1"/>
          </a:solidFill>
          <a:latin typeface="+mn-lt"/>
          <a:ea typeface="+mn-ea"/>
          <a:cs typeface="+mn-cs"/>
        </a:defRPr>
      </a:lvl7pPr>
      <a:lvl8pPr marL="3444270" algn="l" defTabSz="984077" rtl="0" eaLnBrk="1" latinLnBrk="0" hangingPunct="1">
        <a:defRPr kumimoji="1" sz="1937" kern="1200">
          <a:solidFill>
            <a:schemeClr val="tx1"/>
          </a:solidFill>
          <a:latin typeface="+mn-lt"/>
          <a:ea typeface="+mn-ea"/>
          <a:cs typeface="+mn-cs"/>
        </a:defRPr>
      </a:lvl8pPr>
      <a:lvl9pPr marL="3936309" algn="l" defTabSz="984077" rtl="0" eaLnBrk="1" latinLnBrk="0" hangingPunct="1">
        <a:defRPr kumimoji="1" sz="19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39552" y="113734"/>
            <a:ext cx="6257058" cy="475426"/>
          </a:xfrm>
          <a:prstGeom prst="rect">
            <a:avLst/>
          </a:prstGeom>
        </p:spPr>
        <p:txBody>
          <a:bodyPr vert="horz" lIns="0" tIns="0" rIns="0" bIns="0" rtlCol="0" anchor="b">
            <a:noAutofit/>
          </a:bodyPr>
          <a:lstStyle/>
          <a:p>
            <a:r>
              <a:rPr lang="en-US" altLang="ja-JP">
                <a:latin typeface="Arial" panose="020B0604020202020204" pitchFamily="34" charset="0"/>
                <a:cs typeface="Arial" panose="020B0604020202020204" pitchFamily="34" charset="0"/>
              </a:rPr>
              <a:t>Title</a:t>
            </a:r>
            <a:r>
              <a:rPr lang="ja-JP" altLang="en-US">
                <a:latin typeface="Arial" panose="020B0604020202020204" pitchFamily="34" charset="0"/>
                <a:cs typeface="Arial" panose="020B0604020202020204" pitchFamily="34" charset="0"/>
              </a:rPr>
              <a:t> </a:t>
            </a:r>
            <a:r>
              <a:rPr lang="en-US" altLang="ja-JP">
                <a:latin typeface="Arial" panose="020B0604020202020204" pitchFamily="34" charset="0"/>
                <a:cs typeface="Arial" panose="020B0604020202020204" pitchFamily="34" charset="0"/>
              </a:rPr>
              <a:t>17pt</a:t>
            </a:r>
            <a:endParaRPr lang="en-US"/>
          </a:p>
        </p:txBody>
      </p:sp>
      <p:sp>
        <p:nvSpPr>
          <p:cNvPr id="12" name="Slide Number Placeholder 5">
            <a:extLst>
              <a:ext uri="{FF2B5EF4-FFF2-40B4-BE49-F238E27FC236}">
                <a16:creationId xmlns:a16="http://schemas.microsoft.com/office/drawing/2014/main" id="{D5415A91-82B8-49CA-B0CC-8E5663346E25}"/>
              </a:ext>
            </a:extLst>
          </p:cNvPr>
          <p:cNvSpPr>
            <a:spLocks noGrp="1"/>
          </p:cNvSpPr>
          <p:nvPr userDrawn="1">
            <p:ph type="sldNum" sz="quarter" idx="4"/>
          </p:nvPr>
        </p:nvSpPr>
        <p:spPr>
          <a:xfrm>
            <a:off x="8738980" y="4909604"/>
            <a:ext cx="360000" cy="144000"/>
          </a:xfrm>
          <a:prstGeom prst="rect">
            <a:avLst/>
          </a:prstGeom>
        </p:spPr>
        <p:txBody>
          <a:bodyPr vert="horz" lIns="0" tIns="0" rIns="0" bIns="0" rtlCol="0" anchor="ctr"/>
          <a:lstStyle>
            <a:lvl1pPr algn="ctr" fontAlgn="ctr">
              <a:defRPr lang="ja-JP" altLang="en-US" sz="1000" smtClean="0">
                <a:solidFill>
                  <a:schemeClr val="tx1"/>
                </a:solidFill>
              </a:defRPr>
            </a:lvl1pPr>
          </a:lstStyle>
          <a:p>
            <a:fld id="{9FB9FBB1-FD5B-41A6-B84B-A229A6B4BB39}" type="slidenum">
              <a:rPr lang="en-US" altLang="ja-JP" smtClean="0"/>
              <a:pPr/>
              <a:t>‹#›</a:t>
            </a:fld>
            <a:endParaRPr lang="en-US"/>
          </a:p>
        </p:txBody>
      </p:sp>
      <p:cxnSp>
        <p:nvCxnSpPr>
          <p:cNvPr id="117" name="直線コネクタ 116">
            <a:extLst>
              <a:ext uri="{FF2B5EF4-FFF2-40B4-BE49-F238E27FC236}">
                <a16:creationId xmlns:a16="http://schemas.microsoft.com/office/drawing/2014/main" id="{DBC34B8D-FEAA-46B2-BB80-8BDE492EC326}"/>
              </a:ext>
            </a:extLst>
          </p:cNvPr>
          <p:cNvCxnSpPr>
            <a:cxnSpLocks/>
          </p:cNvCxnSpPr>
          <p:nvPr userDrawn="1"/>
        </p:nvCxnSpPr>
        <p:spPr>
          <a:xfrm>
            <a:off x="108000" y="666887"/>
            <a:ext cx="8928000" cy="0"/>
          </a:xfrm>
          <a:prstGeom prst="line">
            <a:avLst/>
          </a:prstGeom>
          <a:ln w="9525">
            <a:solidFill>
              <a:srgbClr val="333333"/>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userDrawn="1">
            <p:ph type="body" idx="1"/>
          </p:nvPr>
        </p:nvSpPr>
        <p:spPr>
          <a:xfrm>
            <a:off x="539552" y="869390"/>
            <a:ext cx="8071200" cy="3810083"/>
          </a:xfrm>
          <a:prstGeom prst="rect">
            <a:avLst/>
          </a:prstGeom>
        </p:spPr>
        <p:txBody>
          <a:bodyPr vert="horz" lIns="0" tIns="0" rIns="0" bIns="0" rtlCol="0">
            <a:noAutofit/>
          </a:bodyPr>
          <a:lstStyle/>
          <a:p>
            <a:r>
              <a:rPr lang="en-US" altLang="ja-JP">
                <a:latin typeface="Arial" panose="020B0604020202020204" pitchFamily="34" charset="0"/>
                <a:cs typeface="Arial" panose="020B0604020202020204" pitchFamily="34" charset="0"/>
              </a:rPr>
              <a:t>First Level Text, Arial 15pt, no bullet</a:t>
            </a:r>
          </a:p>
          <a:p>
            <a:pPr lvl="1"/>
            <a:r>
              <a:rPr lang="en-US" altLang="ja-JP">
                <a:latin typeface="Arial" panose="020B0604020202020204" pitchFamily="34" charset="0"/>
                <a:cs typeface="Arial" panose="020B0604020202020204" pitchFamily="34" charset="0"/>
              </a:rPr>
              <a:t>Second Level Text, Arial 13pt, bulleted</a:t>
            </a:r>
          </a:p>
          <a:p>
            <a:pPr lvl="2"/>
            <a:r>
              <a:rPr lang="en-US" altLang="ja-JP">
                <a:latin typeface="Arial" panose="020B0604020202020204" pitchFamily="34" charset="0"/>
                <a:cs typeface="Arial" panose="020B0604020202020204" pitchFamily="34" charset="0"/>
              </a:rPr>
              <a:t>Third Level Text, Arial 11pt, bulleted</a:t>
            </a:r>
          </a:p>
          <a:p>
            <a:pPr lvl="3"/>
            <a:r>
              <a:rPr lang="en-US" altLang="ja-JP">
                <a:latin typeface="Arial" panose="020B0604020202020204" pitchFamily="34" charset="0"/>
                <a:cs typeface="Arial" panose="020B0604020202020204" pitchFamily="34" charset="0"/>
              </a:rPr>
              <a:t>Fourth Level Text, Arial 11pt, bulleted</a:t>
            </a:r>
          </a:p>
          <a:p>
            <a:pPr lvl="4"/>
            <a:r>
              <a:rPr lang="en-US" altLang="ja-JP">
                <a:latin typeface="Arial" panose="020B0604020202020204" pitchFamily="34" charset="0"/>
                <a:cs typeface="Arial" panose="020B0604020202020204" pitchFamily="34" charset="0"/>
              </a:rPr>
              <a:t>Fifth Level Text, Arial 11pt, bulleted</a:t>
            </a:r>
          </a:p>
        </p:txBody>
      </p:sp>
      <p:grpSp>
        <p:nvGrpSpPr>
          <p:cNvPr id="13" name="グループ化 12">
            <a:extLst>
              <a:ext uri="{FF2B5EF4-FFF2-40B4-BE49-F238E27FC236}">
                <a16:creationId xmlns:a16="http://schemas.microsoft.com/office/drawing/2014/main" id="{DEF21793-6ACD-4626-9340-9304B20525F3}"/>
              </a:ext>
            </a:extLst>
          </p:cNvPr>
          <p:cNvGrpSpPr/>
          <p:nvPr userDrawn="1"/>
        </p:nvGrpSpPr>
        <p:grpSpPr>
          <a:xfrm>
            <a:off x="7298885" y="177800"/>
            <a:ext cx="1674242" cy="286225"/>
            <a:chOff x="7362825" y="177800"/>
            <a:chExt cx="1674242" cy="416854"/>
          </a:xfrm>
        </p:grpSpPr>
        <p:sp>
          <p:nvSpPr>
            <p:cNvPr id="14" name="正方形/長方形 13">
              <a:extLst>
                <a:ext uri="{FF2B5EF4-FFF2-40B4-BE49-F238E27FC236}">
                  <a16:creationId xmlns:a16="http://schemas.microsoft.com/office/drawing/2014/main" id="{1CD200A6-9A5D-4C0C-B731-C3016EFE2D4E}"/>
                </a:ext>
              </a:extLst>
            </p:cNvPr>
            <p:cNvSpPr/>
            <p:nvPr/>
          </p:nvSpPr>
          <p:spPr>
            <a:xfrm>
              <a:off x="7362825" y="177800"/>
              <a:ext cx="1674242" cy="385010"/>
            </a:xfrm>
            <a:prstGeom prst="rect">
              <a:avLst/>
            </a:prstGeom>
            <a:solidFill>
              <a:srgbClr val="FFFFFF">
                <a:alpha val="74902"/>
              </a:srgb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A07493EA-E841-4611-A9BE-34AC69FA8935}"/>
                </a:ext>
              </a:extLst>
            </p:cNvPr>
            <p:cNvSpPr txBox="1"/>
            <p:nvPr/>
          </p:nvSpPr>
          <p:spPr>
            <a:xfrm>
              <a:off x="7419578" y="209676"/>
              <a:ext cx="1583454" cy="79200"/>
            </a:xfrm>
            <a:prstGeom prst="rect">
              <a:avLst/>
            </a:prstGeom>
            <a:noFill/>
          </p:spPr>
          <p:txBody>
            <a:bodyPr wrap="none" lIns="0" tIns="0" rIns="0" bIns="0" rtlCol="0" anchor="ctr" anchorCtr="0">
              <a:noAutofit/>
            </a:bodyPr>
            <a:lstStyle/>
            <a:p>
              <a:pPr lvl="0" algn="dist">
                <a:defRPr/>
              </a:pPr>
              <a:r>
                <a:rPr lang="en-US" altLang="ja-JP" sz="720" b="0" i="0">
                  <a:solidFill>
                    <a:schemeClr val="tx1"/>
                  </a:solidFill>
                  <a:latin typeface="Arial" panose="020B0604020202020204" pitchFamily="34" charset="0"/>
                  <a:cs typeface="Arial" panose="020B0604020202020204" pitchFamily="34" charset="0"/>
                </a:rPr>
                <a:t>Fujifilm Internal Use </a:t>
              </a:r>
              <a:r>
                <a:rPr lang="en-US" altLang="ja-JP" sz="720" b="0">
                  <a:latin typeface="Arial" panose="020B0604020202020204" pitchFamily="34" charset="0"/>
                  <a:cs typeface="Arial" panose="020B0604020202020204" pitchFamily="34" charset="0"/>
                </a:rPr>
                <a:t>Onl</a:t>
              </a:r>
              <a:r>
                <a:rPr lang="en-US" altLang="ja-JP" sz="720" b="0" spc="200" baseline="0">
                  <a:latin typeface="Arial" panose="020B0604020202020204" pitchFamily="34" charset="0"/>
                  <a:cs typeface="Arial" panose="020B0604020202020204" pitchFamily="34" charset="0"/>
                </a:rPr>
                <a:t>y</a:t>
              </a:r>
              <a:r>
                <a:rPr lang="en-US" altLang="ja-JP" sz="720" b="0" spc="100" baseline="0">
                  <a:latin typeface="Arial" panose="020B0604020202020204" pitchFamily="34" charset="0"/>
                  <a:cs typeface="Arial" panose="020B0604020202020204" pitchFamily="34" charset="0"/>
                </a:rPr>
                <a:t> </a:t>
              </a:r>
              <a:r>
                <a:rPr lang="en-US" altLang="ja-JP" sz="720" b="0" spc="100">
                  <a:latin typeface="Arial" panose="020B0604020202020204" pitchFamily="34" charset="0"/>
                  <a:cs typeface="Arial" panose="020B0604020202020204" pitchFamily="34" charset="0"/>
                </a:rPr>
                <a:t> </a:t>
              </a:r>
              <a:endParaRPr kumimoji="1" lang="en-US" altLang="ja-JP" sz="720" b="0" i="0" kern="1200" spc="100">
                <a:solidFill>
                  <a:schemeClr val="tx1"/>
                </a:solidFill>
                <a:latin typeface="Arial" panose="020B0604020202020204" pitchFamily="34" charset="0"/>
                <a:ea typeface="ＭＳ Ｐゴシック" pitchFamily="50" charset="-128"/>
                <a:cs typeface="Arial" panose="020B0604020202020204" pitchFamily="34" charset="0"/>
              </a:endParaRPr>
            </a:p>
          </p:txBody>
        </p:sp>
        <p:sp>
          <p:nvSpPr>
            <p:cNvPr id="16" name="テキスト ボックス 15">
              <a:extLst>
                <a:ext uri="{FF2B5EF4-FFF2-40B4-BE49-F238E27FC236}">
                  <a16:creationId xmlns:a16="http://schemas.microsoft.com/office/drawing/2014/main" id="{A248B60A-30A8-47CC-B903-DB32B786C6F3}"/>
                </a:ext>
              </a:extLst>
            </p:cNvPr>
            <p:cNvSpPr txBox="1"/>
            <p:nvPr/>
          </p:nvSpPr>
          <p:spPr>
            <a:xfrm>
              <a:off x="7419578" y="306654"/>
              <a:ext cx="419497" cy="288000"/>
            </a:xfrm>
            <a:prstGeom prst="rect">
              <a:avLst/>
            </a:prstGeom>
            <a:noFill/>
            <a:ln w="3175" algn="ctr">
              <a:noFill/>
              <a:miter lim="800000"/>
              <a:headEnd/>
              <a:tailEnd/>
            </a:ln>
            <a:effectLst/>
          </p:spPr>
          <p:txBody>
            <a:bodyPr lIns="0" tIns="0" rIns="0" bIns="0">
              <a:noAutofit/>
            </a:bodyPr>
            <a:lstStyle/>
            <a:p>
              <a:pPr algn="l" defTabSz="990624">
                <a:lnSpc>
                  <a:spcPts val="550"/>
                </a:lnSpc>
                <a:tabLst>
                  <a:tab pos="421211" algn="l"/>
                </a:tabLst>
                <a:defRPr/>
              </a:pPr>
              <a:r>
                <a:rPr lang="en-US" altLang="zh-TW" sz="520" b="0" kern="400" spc="0" baseline="0">
                  <a:latin typeface="Arial" panose="020B0604020202020204" pitchFamily="34" charset="0"/>
                  <a:ea typeface="Meiryo" panose="020B0604030504040204" pitchFamily="34" charset="-128"/>
                  <a:cs typeface="Arial" panose="020B0604020202020204" pitchFamily="34" charset="0"/>
                </a:rPr>
                <a:t>Disclosed to:</a:t>
              </a:r>
            </a:p>
          </p:txBody>
        </p:sp>
        <p:sp>
          <p:nvSpPr>
            <p:cNvPr id="17" name="テキスト ボックス 16">
              <a:extLst>
                <a:ext uri="{FF2B5EF4-FFF2-40B4-BE49-F238E27FC236}">
                  <a16:creationId xmlns:a16="http://schemas.microsoft.com/office/drawing/2014/main" id="{8A94C85C-D5AB-4915-9951-DDC0C81D560E}"/>
                </a:ext>
              </a:extLst>
            </p:cNvPr>
            <p:cNvSpPr txBox="1"/>
            <p:nvPr/>
          </p:nvSpPr>
          <p:spPr>
            <a:xfrm>
              <a:off x="7826375" y="306654"/>
              <a:ext cx="1163518" cy="288000"/>
            </a:xfrm>
            <a:prstGeom prst="rect">
              <a:avLst/>
            </a:prstGeom>
            <a:noFill/>
            <a:ln w="3175" algn="ctr">
              <a:noFill/>
              <a:miter lim="800000"/>
              <a:headEnd/>
              <a:tailEnd/>
            </a:ln>
            <a:effectLst/>
          </p:spPr>
          <p:txBody>
            <a:bodyPr lIns="0" tIns="0" rIns="0" bIns="0">
              <a:noAutofit/>
            </a:bodyPr>
            <a:lstStyle/>
            <a:p>
              <a:pPr defTabSz="990624">
                <a:lnSpc>
                  <a:spcPts val="550"/>
                </a:lnSpc>
                <a:defRPr/>
              </a:pPr>
              <a:r>
                <a:rPr lang="en-US" altLang="ja-JP" sz="520" b="0">
                  <a:latin typeface="Arial" panose="020B0604020202020204" pitchFamily="34" charset="0"/>
                  <a:ea typeface="Meiryo" panose="020B0604030504040204" pitchFamily="34" charset="-128"/>
                  <a:cs typeface="Arial" panose="020B0604020202020204" pitchFamily="34" charset="0"/>
                </a:rPr>
                <a:t>Fujifilm Group</a:t>
              </a:r>
            </a:p>
            <a:p>
              <a:pPr defTabSz="990624">
                <a:lnSpc>
                  <a:spcPts val="550"/>
                </a:lnSpc>
                <a:defRPr/>
              </a:pPr>
              <a:endParaRPr lang="en-US" altLang="ja-JP" sz="520" b="0">
                <a:latin typeface="Arial" panose="020B0604020202020204" pitchFamily="34" charset="0"/>
                <a:ea typeface="Meiryo" panose="020B0604030504040204" pitchFamily="34" charset="-128"/>
                <a:cs typeface="Arial" panose="020B0604020202020204" pitchFamily="34" charset="0"/>
              </a:endParaRPr>
            </a:p>
          </p:txBody>
        </p:sp>
      </p:grpSp>
    </p:spTree>
    <p:extLst>
      <p:ext uri="{BB962C8B-B14F-4D97-AF65-F5344CB8AC3E}">
        <p14:creationId xmlns:p14="http://schemas.microsoft.com/office/powerpoint/2010/main" val="3515720761"/>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Lst>
  <p:hf hdr="0" ftr="0" dt="0"/>
  <p:txStyles>
    <p:titleStyle>
      <a:lvl1pPr algn="l" defTabSz="984077" rtl="0" eaLnBrk="1" fontAlgn="ctr" latinLnBrk="0" hangingPunct="1">
        <a:lnSpc>
          <a:spcPct val="100000"/>
        </a:lnSpc>
        <a:spcBef>
          <a:spcPct val="0"/>
        </a:spcBef>
        <a:buNone/>
        <a:defRPr kumimoji="1" sz="1700" kern="1200">
          <a:solidFill>
            <a:schemeClr val="tx1"/>
          </a:solidFill>
          <a:latin typeface="+mj-lt"/>
          <a:ea typeface="+mj-ea"/>
          <a:cs typeface="+mj-cs"/>
        </a:defRPr>
      </a:lvl1pPr>
    </p:titleStyle>
    <p:body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p:bodyStyle>
    <p:otherStyle>
      <a:defPPr>
        <a:defRPr lang="en-US"/>
      </a:defPPr>
      <a:lvl1pPr marL="0" algn="l" defTabSz="984077" rtl="0" eaLnBrk="1" latinLnBrk="0" hangingPunct="1">
        <a:defRPr kumimoji="1" sz="1937" kern="1200">
          <a:solidFill>
            <a:schemeClr val="tx1"/>
          </a:solidFill>
          <a:latin typeface="+mn-lt"/>
          <a:ea typeface="+mn-ea"/>
          <a:cs typeface="+mn-cs"/>
        </a:defRPr>
      </a:lvl1pPr>
      <a:lvl2pPr marL="492039" algn="l" defTabSz="984077" rtl="0" eaLnBrk="1" latinLnBrk="0" hangingPunct="1">
        <a:defRPr kumimoji="1" sz="1937" kern="1200">
          <a:solidFill>
            <a:schemeClr val="tx1"/>
          </a:solidFill>
          <a:latin typeface="+mn-lt"/>
          <a:ea typeface="+mn-ea"/>
          <a:cs typeface="+mn-cs"/>
        </a:defRPr>
      </a:lvl2pPr>
      <a:lvl3pPr marL="984077" algn="l" defTabSz="984077" rtl="0" eaLnBrk="1" latinLnBrk="0" hangingPunct="1">
        <a:defRPr kumimoji="1" sz="1937" kern="1200">
          <a:solidFill>
            <a:schemeClr val="tx1"/>
          </a:solidFill>
          <a:latin typeface="+mn-lt"/>
          <a:ea typeface="+mn-ea"/>
          <a:cs typeface="+mn-cs"/>
        </a:defRPr>
      </a:lvl3pPr>
      <a:lvl4pPr marL="1476116" algn="l" defTabSz="984077" rtl="0" eaLnBrk="1" latinLnBrk="0" hangingPunct="1">
        <a:defRPr kumimoji="1" sz="1937" kern="1200">
          <a:solidFill>
            <a:schemeClr val="tx1"/>
          </a:solidFill>
          <a:latin typeface="+mn-lt"/>
          <a:ea typeface="+mn-ea"/>
          <a:cs typeface="+mn-cs"/>
        </a:defRPr>
      </a:lvl4pPr>
      <a:lvl5pPr marL="1968155" algn="l" defTabSz="984077" rtl="0" eaLnBrk="1" latinLnBrk="0" hangingPunct="1">
        <a:defRPr kumimoji="1" sz="1937" kern="1200">
          <a:solidFill>
            <a:schemeClr val="tx1"/>
          </a:solidFill>
          <a:latin typeface="+mn-lt"/>
          <a:ea typeface="+mn-ea"/>
          <a:cs typeface="+mn-cs"/>
        </a:defRPr>
      </a:lvl5pPr>
      <a:lvl6pPr marL="2460193" algn="l" defTabSz="984077" rtl="0" eaLnBrk="1" latinLnBrk="0" hangingPunct="1">
        <a:defRPr kumimoji="1" sz="1937" kern="1200">
          <a:solidFill>
            <a:schemeClr val="tx1"/>
          </a:solidFill>
          <a:latin typeface="+mn-lt"/>
          <a:ea typeface="+mn-ea"/>
          <a:cs typeface="+mn-cs"/>
        </a:defRPr>
      </a:lvl6pPr>
      <a:lvl7pPr marL="2952232" algn="l" defTabSz="984077" rtl="0" eaLnBrk="1" latinLnBrk="0" hangingPunct="1">
        <a:defRPr kumimoji="1" sz="1937" kern="1200">
          <a:solidFill>
            <a:schemeClr val="tx1"/>
          </a:solidFill>
          <a:latin typeface="+mn-lt"/>
          <a:ea typeface="+mn-ea"/>
          <a:cs typeface="+mn-cs"/>
        </a:defRPr>
      </a:lvl7pPr>
      <a:lvl8pPr marL="3444270" algn="l" defTabSz="984077" rtl="0" eaLnBrk="1" latinLnBrk="0" hangingPunct="1">
        <a:defRPr kumimoji="1" sz="1937" kern="1200">
          <a:solidFill>
            <a:schemeClr val="tx1"/>
          </a:solidFill>
          <a:latin typeface="+mn-lt"/>
          <a:ea typeface="+mn-ea"/>
          <a:cs typeface="+mn-cs"/>
        </a:defRPr>
      </a:lvl8pPr>
      <a:lvl9pPr marL="3936309" algn="l" defTabSz="984077" rtl="0" eaLnBrk="1" latinLnBrk="0" hangingPunct="1">
        <a:defRPr kumimoji="1" sz="1937"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holdings.fujifilm.com/special/90th/en/history/" TargetMode="External"/><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4C951EC-ED83-001F-ADF2-E35AB464FF6D}"/>
              </a:ext>
            </a:extLst>
          </p:cNvPr>
          <p:cNvSpPr txBox="1"/>
          <p:nvPr/>
        </p:nvSpPr>
        <p:spPr>
          <a:xfrm>
            <a:off x="2771800" y="3956964"/>
            <a:ext cx="3672408" cy="311752"/>
          </a:xfrm>
          <a:prstGeom prst="rect">
            <a:avLst/>
          </a:prstGeom>
          <a:noFill/>
        </p:spPr>
        <p:txBody>
          <a:bodyPr wrap="square" rtlCol="0">
            <a:spAutoFit/>
          </a:bodyPr>
          <a:lstStyle/>
          <a:p>
            <a:pPr algn="ctr"/>
            <a:r>
              <a:rPr kumimoji="1" lang="en-AU" altLang="ja-JP" dirty="0">
                <a:solidFill>
                  <a:srgbClr val="FF0000"/>
                </a:solidFill>
              </a:rPr>
              <a:t>Enter your full name here</a:t>
            </a:r>
            <a:endParaRPr kumimoji="1" lang="ja-JP" altLang="en-US" dirty="0">
              <a:solidFill>
                <a:srgbClr val="FF0000"/>
              </a:solidFill>
            </a:endParaRPr>
          </a:p>
        </p:txBody>
      </p:sp>
      <p:sp>
        <p:nvSpPr>
          <p:cNvPr id="2" name="タイトル 1">
            <a:extLst>
              <a:ext uri="{FF2B5EF4-FFF2-40B4-BE49-F238E27FC236}">
                <a16:creationId xmlns:a16="http://schemas.microsoft.com/office/drawing/2014/main" id="{D5660105-4F25-3BD2-9334-D874366EEC81}"/>
              </a:ext>
            </a:extLst>
          </p:cNvPr>
          <p:cNvSpPr txBox="1">
            <a:spLocks/>
          </p:cNvSpPr>
          <p:nvPr/>
        </p:nvSpPr>
        <p:spPr>
          <a:xfrm>
            <a:off x="468040" y="2175668"/>
            <a:ext cx="8066360" cy="792163"/>
          </a:xfrm>
          <a:prstGeom prst="rect">
            <a:avLst/>
          </a:prstGeom>
        </p:spPr>
        <p:txBody>
          <a:bodyPr vert="horz" lIns="0" tIns="0" rIns="0" bIns="0" rtlCol="0" anchor="b">
            <a:noAutofit/>
          </a:bodyPr>
          <a:lstStyle>
            <a:lvl1pPr algn="ctr" defTabSz="984077" rtl="0" eaLnBrk="1" fontAlgn="ctr" latinLnBrk="0" hangingPunct="1">
              <a:lnSpc>
                <a:spcPct val="100000"/>
              </a:lnSpc>
              <a:spcBef>
                <a:spcPct val="0"/>
              </a:spcBef>
              <a:buNone/>
              <a:defRPr kumimoji="1" sz="2400" kern="1200">
                <a:solidFill>
                  <a:schemeClr val="tx1"/>
                </a:solidFill>
                <a:latin typeface="+mj-lt"/>
                <a:ea typeface="+mj-ea"/>
                <a:cs typeface="+mj-cs"/>
              </a:defRPr>
            </a:lvl1pPr>
          </a:lstStyle>
          <a:p>
            <a:r>
              <a:rPr lang="en-US" altLang="ja-JP" sz="3200" b="1" dirty="0">
                <a:latin typeface="+mj-ea"/>
              </a:rPr>
              <a:t>Group Purpose Workshop</a:t>
            </a:r>
            <a:br>
              <a:rPr lang="en-US" altLang="ja-JP" b="1" dirty="0">
                <a:latin typeface="+mj-ea"/>
              </a:rPr>
            </a:br>
            <a:r>
              <a:rPr lang="en-US" altLang="ja-JP" b="1" dirty="0">
                <a:solidFill>
                  <a:schemeClr val="tx2"/>
                </a:solidFill>
                <a:latin typeface="+mj-ea"/>
              </a:rPr>
              <a:t>Aligning Our Aspirations with the Group Purpose</a:t>
            </a:r>
            <a:endParaRPr lang="ja-JP" altLang="en-US" b="1" dirty="0">
              <a:solidFill>
                <a:schemeClr val="tx2"/>
              </a:solidFill>
              <a:latin typeface="+mj-ea"/>
            </a:endParaRPr>
          </a:p>
        </p:txBody>
      </p:sp>
    </p:spTree>
    <p:extLst>
      <p:ext uri="{BB962C8B-B14F-4D97-AF65-F5344CB8AC3E}">
        <p14:creationId xmlns:p14="http://schemas.microsoft.com/office/powerpoint/2010/main" val="3604940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EE43EA-28E6-0ABA-FF32-383A4255311E}"/>
              </a:ext>
            </a:extLst>
          </p:cNvPr>
          <p:cNvSpPr>
            <a:spLocks noGrp="1"/>
          </p:cNvSpPr>
          <p:nvPr>
            <p:ph type="sldNum" sz="quarter" idx="10"/>
          </p:nvPr>
        </p:nvSpPr>
        <p:spPr/>
        <p:txBody>
          <a:bodyPr/>
          <a:lstStyle/>
          <a:p>
            <a:fld id="{9FB9FBB1-FD5B-41A6-B84B-A229A6B4BB39}" type="slidenum">
              <a:rPr lang="en-US" altLang="ja-JP" smtClean="0"/>
              <a:pPr/>
              <a:t>2</a:t>
            </a:fld>
            <a:endParaRPr lang="en-US"/>
          </a:p>
        </p:txBody>
      </p:sp>
      <p:sp>
        <p:nvSpPr>
          <p:cNvPr id="3" name="TextBox 2">
            <a:extLst>
              <a:ext uri="{FF2B5EF4-FFF2-40B4-BE49-F238E27FC236}">
                <a16:creationId xmlns:a16="http://schemas.microsoft.com/office/drawing/2014/main" id="{DA913A83-FC9A-BE26-6ECD-DA03ACC1CA88}"/>
              </a:ext>
            </a:extLst>
          </p:cNvPr>
          <p:cNvSpPr txBox="1"/>
          <p:nvPr/>
        </p:nvSpPr>
        <p:spPr>
          <a:xfrm>
            <a:off x="246779" y="699542"/>
            <a:ext cx="8645702" cy="3939540"/>
          </a:xfrm>
          <a:prstGeom prst="rect">
            <a:avLst/>
          </a:prstGeom>
          <a:noFill/>
        </p:spPr>
        <p:txBody>
          <a:bodyPr wrap="square" rtlCol="0">
            <a:spAutoFit/>
          </a:bodyPr>
          <a:lstStyle/>
          <a:p>
            <a:r>
              <a:rPr lang="ja-JP" altLang="en-US" sz="1800" b="1">
                <a:latin typeface="Arial" panose="020B0604020202020204" pitchFamily="34" charset="0"/>
                <a:cs typeface="Arial" panose="020B0604020202020204" pitchFamily="34" charset="0"/>
              </a:rPr>
              <a:t>Discovering </a:t>
            </a:r>
            <a:r>
              <a:rPr lang="en-US" altLang="ja-JP" sz="1800" b="1">
                <a:latin typeface="Arial" panose="020B0604020202020204" pitchFamily="34" charset="0"/>
                <a:cs typeface="Arial" panose="020B0604020202020204" pitchFamily="34" charset="0"/>
              </a:rPr>
              <a:t>Aspirations </a:t>
            </a:r>
            <a:r>
              <a:rPr lang="en-US" altLang="ja-JP" sz="1800" b="1"/>
              <a:t>that Resonate with Fujifilm Group’s Purpose</a:t>
            </a:r>
            <a:r>
              <a:rPr lang="ja-JP" altLang="en-US" sz="1800" b="1">
                <a:latin typeface="Arial" panose="020B0604020202020204" pitchFamily="34" charset="0"/>
                <a:cs typeface="Arial" panose="020B0604020202020204" pitchFamily="34" charset="0"/>
              </a:rPr>
              <a:t> </a:t>
            </a:r>
            <a:endParaRPr lang="en-US" altLang="ja-JP" sz="1800" b="1">
              <a:latin typeface="Arial" panose="020B0604020202020204" pitchFamily="34" charset="0"/>
              <a:cs typeface="Arial" panose="020B0604020202020204" pitchFamily="34" charset="0"/>
            </a:endParaRPr>
          </a:p>
          <a:p>
            <a:endParaRPr lang="ja-JP" altLang="en-US" sz="800">
              <a:latin typeface="Arial" panose="020B0604020202020204" pitchFamily="34" charset="0"/>
              <a:cs typeface="Arial" panose="020B0604020202020204" pitchFamily="34" charset="0"/>
            </a:endParaRPr>
          </a:p>
          <a:p>
            <a:r>
              <a:rPr lang="ja-JP" altLang="en-US" sz="1400">
                <a:latin typeface="Arial" panose="020B0604020202020204" pitchFamily="34" charset="0"/>
                <a:cs typeface="Arial" panose="020B0604020202020204" pitchFamily="34" charset="0"/>
              </a:rPr>
              <a:t>Welcome to your personal reflection journey!</a:t>
            </a:r>
            <a:endParaRPr lang="en-AU" altLang="ja-JP" sz="1400">
              <a:latin typeface="Arial" panose="020B0604020202020204" pitchFamily="34" charset="0"/>
              <a:cs typeface="Arial" panose="020B0604020202020204" pitchFamily="34" charset="0"/>
            </a:endParaRPr>
          </a:p>
          <a:p>
            <a:endParaRPr lang="en-AU" altLang="ja-JP" sz="1400">
              <a:latin typeface="Arial" panose="020B0604020202020204" pitchFamily="34" charset="0"/>
              <a:cs typeface="Arial" panose="020B0604020202020204" pitchFamily="34" charset="0"/>
            </a:endParaRPr>
          </a:p>
          <a:p>
            <a:r>
              <a:rPr lang="en-AU" altLang="ja-JP" sz="1400">
                <a:latin typeface="Arial" panose="020B0604020202020204" pitchFamily="34" charset="0"/>
                <a:cs typeface="Arial" panose="020B0604020202020204" pitchFamily="34" charset="0"/>
              </a:rPr>
              <a:t>T</a:t>
            </a:r>
            <a:r>
              <a:rPr lang="ja-JP" altLang="en-US" sz="1400">
                <a:latin typeface="Arial" panose="020B0604020202020204" pitchFamily="34" charset="0"/>
                <a:cs typeface="Arial" panose="020B0604020202020204" pitchFamily="34" charset="0"/>
              </a:rPr>
              <a:t>his workbook is designed to help you explore, reflect, and visualize your life story as a foundation for discovering your aspirations </a:t>
            </a:r>
            <a:r>
              <a:rPr lang="en-US" altLang="ja-JP" sz="1400">
                <a:latin typeface="Arial" panose="020B0604020202020204" pitchFamily="34" charset="0"/>
                <a:cs typeface="Arial" panose="020B0604020202020204" pitchFamily="34" charset="0"/>
              </a:rPr>
              <a:t>which resonate with Fujifilm Group’s Purpose</a:t>
            </a:r>
            <a:r>
              <a:rPr lang="ja-JP" altLang="en-US" sz="1400">
                <a:latin typeface="Arial" panose="020B0604020202020204" pitchFamily="34" charset="0"/>
                <a:cs typeface="Arial" panose="020B0604020202020204" pitchFamily="34" charset="0"/>
              </a:rPr>
              <a:t>. By engaging </a:t>
            </a:r>
            <a:r>
              <a:rPr lang="en-US" altLang="ja-JP" sz="1400">
                <a:latin typeface="Arial" panose="020B0604020202020204" pitchFamily="34" charset="0"/>
                <a:cs typeface="Arial" panose="020B0604020202020204" pitchFamily="34" charset="0"/>
              </a:rPr>
              <a:t>in</a:t>
            </a:r>
            <a:r>
              <a:rPr lang="ja-JP" altLang="en-US" sz="1400">
                <a:latin typeface="Arial" panose="020B0604020202020204" pitchFamily="34" charset="0"/>
                <a:cs typeface="Arial" panose="020B0604020202020204" pitchFamily="34" charset="0"/>
              </a:rPr>
              <a:t> this process, you’ll gain a deeper understanding of your personal impact, values, and the future you want to create.</a:t>
            </a:r>
          </a:p>
          <a:p>
            <a:endParaRPr lang="en-AU" altLang="ja-JP" sz="1400">
              <a:latin typeface="Arial" panose="020B0604020202020204" pitchFamily="34" charset="0"/>
              <a:cs typeface="Arial" panose="020B0604020202020204" pitchFamily="34" charset="0"/>
            </a:endParaRPr>
          </a:p>
          <a:p>
            <a:r>
              <a:rPr lang="en-AU" altLang="ja-JP" sz="1400">
                <a:latin typeface="Arial" panose="020B0604020202020204" pitchFamily="34" charset="0"/>
                <a:cs typeface="Arial" panose="020B0604020202020204" pitchFamily="34" charset="0"/>
              </a:rPr>
              <a:t>This workbook includes:</a:t>
            </a:r>
          </a:p>
          <a:p>
            <a:endParaRPr lang="en-AU" altLang="ja-JP" sz="1400">
              <a:latin typeface="Arial" panose="020B0604020202020204" pitchFamily="34" charset="0"/>
              <a:cs typeface="Arial" panose="020B0604020202020204" pitchFamily="34" charset="0"/>
            </a:endParaRPr>
          </a:p>
          <a:p>
            <a:pPr lvl="4"/>
            <a:r>
              <a:rPr lang="en-AU" altLang="ja-JP" sz="1400">
                <a:latin typeface="Arial" panose="020B0604020202020204" pitchFamily="34" charset="0"/>
                <a:cs typeface="Arial" panose="020B0604020202020204" pitchFamily="34" charset="0"/>
              </a:rPr>
              <a:t>Optional readings are provided to support your understanding and assist with completing your prework</a:t>
            </a:r>
          </a:p>
          <a:p>
            <a:r>
              <a:rPr lang="en-AU" altLang="ja-JP" sz="1400">
                <a:latin typeface="Arial" panose="020B0604020202020204" pitchFamily="34" charset="0"/>
                <a:cs typeface="Arial" panose="020B0604020202020204" pitchFamily="34" charset="0"/>
              </a:rPr>
              <a:t>				</a:t>
            </a:r>
          </a:p>
          <a:p>
            <a:pPr lvl="4"/>
            <a:r>
              <a:rPr lang="en-AU" altLang="ja-JP" sz="1400" b="1">
                <a:solidFill>
                  <a:srgbClr val="FF0000"/>
                </a:solidFill>
                <a:latin typeface="Arial" panose="020B0604020202020204" pitchFamily="34" charset="0"/>
                <a:cs typeface="Arial" panose="020B0604020202020204" pitchFamily="34" charset="0"/>
              </a:rPr>
              <a:t>Please complete the prework before the workshop</a:t>
            </a:r>
            <a:r>
              <a:rPr lang="en-AU" altLang="ja-JP" sz="1400">
                <a:latin typeface="Arial" panose="020B0604020202020204" pitchFamily="34" charset="0"/>
                <a:cs typeface="Arial" panose="020B0604020202020204" pitchFamily="34" charset="0"/>
              </a:rPr>
              <a:t>. As it involves self-reflection and thoughtful consideration, we encourage you to start early and avoid leaving it until the last minute</a:t>
            </a:r>
          </a:p>
          <a:p>
            <a:endParaRPr lang="en-AU" altLang="ja-JP" sz="1400" b="1">
              <a:latin typeface="Arial" panose="020B0604020202020204" pitchFamily="34" charset="0"/>
              <a:cs typeface="Arial" panose="020B0604020202020204" pitchFamily="34" charset="0"/>
            </a:endParaRPr>
          </a:p>
          <a:p>
            <a:pPr lvl="4"/>
            <a:r>
              <a:rPr lang="ja-JP" altLang="en-US" sz="1400">
                <a:latin typeface="Arial" panose="020B0604020202020204" pitchFamily="34" charset="0"/>
                <a:cs typeface="Arial" panose="020B0604020202020204" pitchFamily="34" charset="0"/>
              </a:rPr>
              <a:t>Activities that will be done during the workshop</a:t>
            </a:r>
          </a:p>
        </p:txBody>
      </p:sp>
      <p:sp>
        <p:nvSpPr>
          <p:cNvPr id="5" name="TextBox 4">
            <a:extLst>
              <a:ext uri="{FF2B5EF4-FFF2-40B4-BE49-F238E27FC236}">
                <a16:creationId xmlns:a16="http://schemas.microsoft.com/office/drawing/2014/main" id="{9E10A431-73D6-39AA-2467-137AF216F545}"/>
              </a:ext>
            </a:extLst>
          </p:cNvPr>
          <p:cNvSpPr txBox="1"/>
          <p:nvPr/>
        </p:nvSpPr>
        <p:spPr>
          <a:xfrm>
            <a:off x="246778" y="195486"/>
            <a:ext cx="4572000" cy="400110"/>
          </a:xfrm>
          <a:prstGeom prst="rect">
            <a:avLst/>
          </a:prstGeom>
          <a:noFill/>
        </p:spPr>
        <p:txBody>
          <a:bodyPr wrap="square">
            <a:spAutoFit/>
          </a:bodyPr>
          <a:lstStyle/>
          <a:p>
            <a:r>
              <a:rPr lang="ja-JP" altLang="en-US" sz="2000">
                <a:latin typeface="+mj-ea"/>
                <a:ea typeface="+mj-ea"/>
                <a:cs typeface="Arial" panose="020B0604020202020204" pitchFamily="34" charset="0"/>
              </a:rPr>
              <a:t>A Journey of Reflection and Growth</a:t>
            </a:r>
            <a:endParaRPr lang="en-US" altLang="ja-JP" sz="2000">
              <a:latin typeface="+mj-ea"/>
              <a:ea typeface="+mj-ea"/>
              <a:cs typeface="Arial" panose="020B0604020202020204" pitchFamily="34" charset="0"/>
            </a:endParaRPr>
          </a:p>
        </p:txBody>
      </p:sp>
      <p:grpSp>
        <p:nvGrpSpPr>
          <p:cNvPr id="6" name="Group 5">
            <a:extLst>
              <a:ext uri="{FF2B5EF4-FFF2-40B4-BE49-F238E27FC236}">
                <a16:creationId xmlns:a16="http://schemas.microsoft.com/office/drawing/2014/main" id="{1495AE74-A606-8237-D10C-D5D931C9C375}"/>
              </a:ext>
            </a:extLst>
          </p:cNvPr>
          <p:cNvGrpSpPr/>
          <p:nvPr/>
        </p:nvGrpSpPr>
        <p:grpSpPr>
          <a:xfrm>
            <a:off x="385856" y="3603403"/>
            <a:ext cx="1348091" cy="346382"/>
            <a:chOff x="127565" y="238493"/>
            <a:chExt cx="1348091" cy="346382"/>
          </a:xfrm>
        </p:grpSpPr>
        <p:sp>
          <p:nvSpPr>
            <p:cNvPr id="7" name="Rectangle 6">
              <a:extLst>
                <a:ext uri="{FF2B5EF4-FFF2-40B4-BE49-F238E27FC236}">
                  <a16:creationId xmlns:a16="http://schemas.microsoft.com/office/drawing/2014/main" id="{AEFF9D93-4079-58CC-999A-303225AB0D13}"/>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8D9A5428-B152-3874-5EBF-394B5471360B}"/>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grpSp>
        <p:nvGrpSpPr>
          <p:cNvPr id="9" name="Group 8">
            <a:extLst>
              <a:ext uri="{FF2B5EF4-FFF2-40B4-BE49-F238E27FC236}">
                <a16:creationId xmlns:a16="http://schemas.microsoft.com/office/drawing/2014/main" id="{5AB92EB0-5EF9-56FB-5730-FFCC1C03CF2E}"/>
              </a:ext>
            </a:extLst>
          </p:cNvPr>
          <p:cNvGrpSpPr/>
          <p:nvPr/>
        </p:nvGrpSpPr>
        <p:grpSpPr>
          <a:xfrm>
            <a:off x="385855" y="2906710"/>
            <a:ext cx="1348091" cy="346382"/>
            <a:chOff x="127565" y="238493"/>
            <a:chExt cx="1348091" cy="346382"/>
          </a:xfrm>
        </p:grpSpPr>
        <p:sp>
          <p:nvSpPr>
            <p:cNvPr id="10" name="Rectangle 9">
              <a:extLst>
                <a:ext uri="{FF2B5EF4-FFF2-40B4-BE49-F238E27FC236}">
                  <a16:creationId xmlns:a16="http://schemas.microsoft.com/office/drawing/2014/main" id="{74E7F0CD-1F13-6066-B777-7CFC1882C965}"/>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86D632E4-4622-6C09-4A51-614B55AA2DE5}"/>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grpSp>
        <p:nvGrpSpPr>
          <p:cNvPr id="12" name="Group 11">
            <a:extLst>
              <a:ext uri="{FF2B5EF4-FFF2-40B4-BE49-F238E27FC236}">
                <a16:creationId xmlns:a16="http://schemas.microsoft.com/office/drawing/2014/main" id="{129E5718-27F3-8166-646D-7B4E0E053FB9}"/>
              </a:ext>
            </a:extLst>
          </p:cNvPr>
          <p:cNvGrpSpPr/>
          <p:nvPr/>
        </p:nvGrpSpPr>
        <p:grpSpPr>
          <a:xfrm>
            <a:off x="385855" y="4313600"/>
            <a:ext cx="1348091" cy="346382"/>
            <a:chOff x="127565" y="238493"/>
            <a:chExt cx="1348091" cy="346382"/>
          </a:xfrm>
        </p:grpSpPr>
        <p:sp>
          <p:nvSpPr>
            <p:cNvPr id="13" name="Rectangle 12">
              <a:extLst>
                <a:ext uri="{FF2B5EF4-FFF2-40B4-BE49-F238E27FC236}">
                  <a16:creationId xmlns:a16="http://schemas.microsoft.com/office/drawing/2014/main" id="{A82EF8BC-4873-A767-85ED-6C210250EAD9}"/>
                </a:ext>
              </a:extLst>
            </p:cNvPr>
            <p:cNvSpPr/>
            <p:nvPr/>
          </p:nvSpPr>
          <p:spPr>
            <a:xfrm>
              <a:off x="127565" y="238493"/>
              <a:ext cx="1348091" cy="327815"/>
            </a:xfrm>
            <a:prstGeom prst="rect">
              <a:avLst/>
            </a:prstGeom>
            <a:solidFill>
              <a:srgbClr val="FF9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7998FB64-6B97-AA6B-1780-8630A92DA94F}"/>
                </a:ext>
              </a:extLst>
            </p:cNvPr>
            <p:cNvSpPr txBox="1"/>
            <p:nvPr/>
          </p:nvSpPr>
          <p:spPr>
            <a:xfrm>
              <a:off x="163569" y="246321"/>
              <a:ext cx="1260359" cy="338554"/>
            </a:xfrm>
            <a:prstGeom prst="rect">
              <a:avLst/>
            </a:prstGeom>
            <a:noFill/>
          </p:spPr>
          <p:txBody>
            <a:bodyPr wrap="square" rtlCol="0">
              <a:spAutoFit/>
            </a:bodyPr>
            <a:lstStyle/>
            <a:p>
              <a:pPr algn="ctr"/>
              <a:r>
                <a:rPr lang="en-AU" sz="1600" b="1">
                  <a:solidFill>
                    <a:schemeClr val="bg1"/>
                  </a:solidFill>
                  <a:latin typeface="+mj-ea"/>
                  <a:ea typeface="+mj-ea"/>
                </a:rPr>
                <a:t>Workshop</a:t>
              </a:r>
            </a:p>
          </p:txBody>
        </p:sp>
      </p:grpSp>
    </p:spTree>
    <p:extLst>
      <p:ext uri="{BB962C8B-B14F-4D97-AF65-F5344CB8AC3E}">
        <p14:creationId xmlns:p14="http://schemas.microsoft.com/office/powerpoint/2010/main" val="3277042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0B20BB-ABD2-0DBC-9C83-6F0EF21CD19B}"/>
              </a:ext>
            </a:extLst>
          </p:cNvPr>
          <p:cNvSpPr>
            <a:spLocks noGrp="1"/>
          </p:cNvSpPr>
          <p:nvPr>
            <p:ph type="sldNum" sz="quarter" idx="10"/>
          </p:nvPr>
        </p:nvSpPr>
        <p:spPr/>
        <p:txBody>
          <a:bodyPr/>
          <a:lstStyle/>
          <a:p>
            <a:pPr marL="0" marR="0" lvl="0" indent="0" algn="ctr" defTabSz="362148" rtl="0" eaLnBrk="1" fontAlgn="ctr" latinLnBrk="0" hangingPunct="1">
              <a:lnSpc>
                <a:spcPct val="100000"/>
              </a:lnSpc>
              <a:spcBef>
                <a:spcPts val="0"/>
              </a:spcBef>
              <a:spcAft>
                <a:spcPts val="0"/>
              </a:spcAft>
              <a:buClrTx/>
              <a:buSzTx/>
              <a:buFontTx/>
              <a:buNone/>
              <a:tabLst/>
              <a:defRPr/>
            </a:pPr>
            <a:fld id="{9FB9FBB1-FD5B-41A6-B84B-A229A6B4BB39}" type="slidenum">
              <a:rPr kumimoji="0" lang="en-US" altLang="ja-JP" sz="1000" b="0" i="0" u="none" strike="noStrike" kern="1200" cap="none" spc="0" normalizeH="0" baseline="0" noProof="0" smtClean="0">
                <a:ln>
                  <a:noFill/>
                </a:ln>
                <a:solidFill>
                  <a:prstClr val="black"/>
                </a:solidFill>
                <a:effectLst/>
                <a:uLnTx/>
                <a:uFillTx/>
                <a:latin typeface="Arial"/>
                <a:ea typeface="メイリオ"/>
                <a:cs typeface="+mn-cs"/>
              </a:rPr>
              <a:pPr marL="0" marR="0" lvl="0" indent="0" algn="ctr" defTabSz="362148" rtl="0" eaLnBrk="1" fontAlgn="ctr" latinLnBrk="0" hangingPunct="1">
                <a:lnSpc>
                  <a:spcPct val="100000"/>
                </a:lnSpc>
                <a:spcBef>
                  <a:spcPts val="0"/>
                </a:spcBef>
                <a:spcAft>
                  <a:spcPts val="0"/>
                </a:spcAft>
                <a:buClrTx/>
                <a:buSzTx/>
                <a:buFontTx/>
                <a:buNone/>
                <a:tabLst/>
                <a:defRPr/>
              </a:pPr>
              <a:t>3</a:t>
            </a:fld>
            <a:endParaRPr kumimoji="0" lang="en-US" altLang="en-US" sz="1000" b="0" i="0" u="none" strike="noStrike" kern="1200" cap="none" spc="0" normalizeH="0" baseline="0" noProof="0" dirty="0">
              <a:ln>
                <a:noFill/>
              </a:ln>
              <a:solidFill>
                <a:prstClr val="black"/>
              </a:solidFill>
              <a:effectLst/>
              <a:uLnTx/>
              <a:uFillTx/>
              <a:latin typeface="Arial"/>
              <a:ea typeface="メイリオ"/>
              <a:cs typeface="+mn-cs"/>
            </a:endParaRPr>
          </a:p>
        </p:txBody>
      </p:sp>
      <p:sp>
        <p:nvSpPr>
          <p:cNvPr id="3" name="タイトル 3">
            <a:extLst>
              <a:ext uri="{FF2B5EF4-FFF2-40B4-BE49-F238E27FC236}">
                <a16:creationId xmlns:a16="http://schemas.microsoft.com/office/drawing/2014/main" id="{40DC9F9F-E9CC-3273-7C59-BBAF01C290D5}"/>
              </a:ext>
            </a:extLst>
          </p:cNvPr>
          <p:cNvSpPr txBox="1">
            <a:spLocks/>
          </p:cNvSpPr>
          <p:nvPr/>
        </p:nvSpPr>
        <p:spPr>
          <a:xfrm>
            <a:off x="1547664" y="77634"/>
            <a:ext cx="5832648" cy="475200"/>
          </a:xfrm>
          <a:prstGeom prst="rect">
            <a:avLst/>
          </a:prstGeom>
        </p:spPr>
        <p:txBody>
          <a:bodyPr vert="horz" lIns="0" tIns="0" rIns="0" bIns="0" rtlCol="0" anchor="b">
            <a:noAutofit/>
          </a:bodyPr>
          <a:lstStyle>
            <a:lvl1pPr algn="l" defTabSz="984077" rtl="0" eaLnBrk="1" fontAlgn="ctr" latinLnBrk="0" hangingPunct="1">
              <a:lnSpc>
                <a:spcPct val="100000"/>
              </a:lnSpc>
              <a:spcBef>
                <a:spcPct val="0"/>
              </a:spcBef>
              <a:buNone/>
              <a:defRPr kumimoji="1" sz="1700" kern="1200" baseline="0">
                <a:solidFill>
                  <a:schemeClr val="tx1"/>
                </a:solidFill>
                <a:latin typeface="+mj-lt"/>
                <a:ea typeface="+mj-ea"/>
                <a:cs typeface="+mj-cs"/>
              </a:defRPr>
            </a:lvl1pPr>
          </a:lstStyle>
          <a:p>
            <a:pPr marL="0" marR="0" lvl="0" indent="0" algn="l" defTabSz="984077" rtl="0" eaLnBrk="1" fontAlgn="ctr" latinLnBrk="0" hangingPunct="1">
              <a:lnSpc>
                <a:spcPct val="100000"/>
              </a:lnSpc>
              <a:spcBef>
                <a:spcPct val="0"/>
              </a:spcBef>
              <a:spcAft>
                <a:spcPts val="0"/>
              </a:spcAft>
              <a:buClrTx/>
              <a:buSzTx/>
              <a:buFontTx/>
              <a:buNone/>
              <a:tabLst/>
              <a:defRPr/>
            </a:pPr>
            <a:r>
              <a:rPr kumimoji="1" lang="en-US" altLang="ja-JP" sz="2000" b="0" i="0" u="none" strike="noStrike" kern="1200" cap="none" spc="0" normalizeH="0" baseline="0" noProof="0">
                <a:ln>
                  <a:noFill/>
                </a:ln>
                <a:solidFill>
                  <a:prstClr val="black"/>
                </a:solidFill>
                <a:effectLst/>
                <a:uLnTx/>
                <a:uFillTx/>
                <a:latin typeface="メイリオ"/>
                <a:ea typeface="メイリオ"/>
                <a:cs typeface="+mj-cs"/>
              </a:rPr>
              <a:t>Understanding the Layers of Identity</a:t>
            </a:r>
          </a:p>
        </p:txBody>
      </p:sp>
      <p:sp>
        <p:nvSpPr>
          <p:cNvPr id="4" name="テキスト ボックス 6">
            <a:extLst>
              <a:ext uri="{FF2B5EF4-FFF2-40B4-BE49-F238E27FC236}">
                <a16:creationId xmlns:a16="http://schemas.microsoft.com/office/drawing/2014/main" id="{446E2364-7A30-E43B-AC8D-57AC44760DB0}"/>
              </a:ext>
            </a:extLst>
          </p:cNvPr>
          <p:cNvSpPr txBox="1"/>
          <p:nvPr/>
        </p:nvSpPr>
        <p:spPr>
          <a:xfrm>
            <a:off x="717278" y="1275606"/>
            <a:ext cx="3603698" cy="577081"/>
          </a:xfrm>
          <a:prstGeom prst="rect">
            <a:avLst/>
          </a:prstGeom>
          <a:solidFill>
            <a:schemeClr val="accent3"/>
          </a:solid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Core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The fundamental layer that encompasses an individual's core values, beliefs, and traits. It represents our true self and is stable over time.</a:t>
            </a:r>
          </a:p>
        </p:txBody>
      </p:sp>
      <p:sp>
        <p:nvSpPr>
          <p:cNvPr id="5" name="テキスト ボックス 7">
            <a:extLst>
              <a:ext uri="{FF2B5EF4-FFF2-40B4-BE49-F238E27FC236}">
                <a16:creationId xmlns:a16="http://schemas.microsoft.com/office/drawing/2014/main" id="{9C2B7044-85ED-D0ED-804F-066B36F64D58}"/>
              </a:ext>
            </a:extLst>
          </p:cNvPr>
          <p:cNvSpPr txBox="1"/>
          <p:nvPr/>
        </p:nvSpPr>
        <p:spPr>
          <a:xfrm>
            <a:off x="717278" y="1978764"/>
            <a:ext cx="3603698" cy="738664"/>
          </a:xfrm>
          <a:prstGeom prst="rect">
            <a:avLst/>
          </a:prstGeom>
          <a:solidFill>
            <a:schemeClr val="accent3"/>
          </a:solid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Cultural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Shaped by cultural background, including traditions, language, and community practices. This layer influences how we view the world and interact with others.</a:t>
            </a:r>
          </a:p>
        </p:txBody>
      </p:sp>
      <p:sp>
        <p:nvSpPr>
          <p:cNvPr id="6" name="テキスト ボックス 8">
            <a:extLst>
              <a:ext uri="{FF2B5EF4-FFF2-40B4-BE49-F238E27FC236}">
                <a16:creationId xmlns:a16="http://schemas.microsoft.com/office/drawing/2014/main" id="{57A7B455-F44E-6EED-B629-28C569A784AA}"/>
              </a:ext>
            </a:extLst>
          </p:cNvPr>
          <p:cNvSpPr txBox="1"/>
          <p:nvPr/>
        </p:nvSpPr>
        <p:spPr>
          <a:xfrm>
            <a:off x="717278" y="2824938"/>
            <a:ext cx="3603698" cy="738664"/>
          </a:xfrm>
          <a:prstGeom prst="rect">
            <a:avLst/>
          </a:prstGeom>
          <a:solidFill>
            <a:schemeClr val="accent3"/>
          </a:solid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Social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The roles we hold in society, shaped by relationships with family, friends, colleagues, and communities. It includes gender, age, social class, and professional roles.</a:t>
            </a:r>
          </a:p>
        </p:txBody>
      </p:sp>
      <p:sp>
        <p:nvSpPr>
          <p:cNvPr id="7" name="テキスト ボックス 9">
            <a:extLst>
              <a:ext uri="{FF2B5EF4-FFF2-40B4-BE49-F238E27FC236}">
                <a16:creationId xmlns:a16="http://schemas.microsoft.com/office/drawing/2014/main" id="{66D81894-B641-39DD-AC80-80666F8B8008}"/>
              </a:ext>
            </a:extLst>
          </p:cNvPr>
          <p:cNvSpPr txBox="1"/>
          <p:nvPr/>
        </p:nvSpPr>
        <p:spPr>
          <a:xfrm>
            <a:off x="2770150" y="3659224"/>
            <a:ext cx="3603699" cy="577081"/>
          </a:xfrm>
          <a:prstGeom prst="rect">
            <a:avLst/>
          </a:prstGeom>
          <a:solidFill>
            <a:schemeClr val="accent3"/>
          </a:solid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Experiential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Focuses on individual experiences, interests, and preferences. It reflects our personal history, passions, and how we view ourselves.</a:t>
            </a:r>
          </a:p>
        </p:txBody>
      </p:sp>
      <p:sp>
        <p:nvSpPr>
          <p:cNvPr id="8" name="テキスト ボックス 10">
            <a:extLst>
              <a:ext uri="{FF2B5EF4-FFF2-40B4-BE49-F238E27FC236}">
                <a16:creationId xmlns:a16="http://schemas.microsoft.com/office/drawing/2014/main" id="{D40B42C2-999E-6CFA-EE31-0775DD4E9F73}"/>
              </a:ext>
            </a:extLst>
          </p:cNvPr>
          <p:cNvSpPr txBox="1"/>
          <p:nvPr/>
        </p:nvSpPr>
        <p:spPr>
          <a:xfrm>
            <a:off x="4427927" y="1275315"/>
            <a:ext cx="3603699" cy="577081"/>
          </a:xfrm>
          <a:prstGeom prst="rect">
            <a:avLst/>
          </a:prstGeom>
          <a:solidFill>
            <a:schemeClr val="accent3"/>
          </a:solidFill>
        </p:spPr>
        <p:txBody>
          <a:bodyPr wrap="square">
            <a:spAutoFit/>
          </a:bodyPr>
          <a:lstStyle>
            <a:defPPr>
              <a:defRPr lang="en-US"/>
            </a:defPPr>
            <a:lvl1pPr>
              <a:defRPr sz="1200"/>
            </a:lvl1p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Physical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Represents our body, appearance, and physical attributes such as age, gender, and race. It also includes health and fitness levels.</a:t>
            </a:r>
          </a:p>
        </p:txBody>
      </p:sp>
      <p:sp>
        <p:nvSpPr>
          <p:cNvPr id="9" name="テキスト ボックス 11">
            <a:extLst>
              <a:ext uri="{FF2B5EF4-FFF2-40B4-BE49-F238E27FC236}">
                <a16:creationId xmlns:a16="http://schemas.microsoft.com/office/drawing/2014/main" id="{DE5D8119-1651-FBFC-5C19-57F5C8320B22}"/>
              </a:ext>
            </a:extLst>
          </p:cNvPr>
          <p:cNvSpPr txBox="1"/>
          <p:nvPr/>
        </p:nvSpPr>
        <p:spPr>
          <a:xfrm>
            <a:off x="4424397" y="1978764"/>
            <a:ext cx="3620624" cy="738664"/>
          </a:xfrm>
          <a:prstGeom prst="rect">
            <a:avLst/>
          </a:prstGeom>
          <a:solidFill>
            <a:schemeClr val="accent3"/>
          </a:solidFill>
        </p:spPr>
        <p:txBody>
          <a:bodyPr wrap="square">
            <a:spAutoFit/>
          </a:bodyPr>
          <a:lstStyle>
            <a:defPPr>
              <a:defRPr lang="en-US"/>
            </a:defPPr>
            <a:lvl1pPr>
              <a:defRPr sz="1200"/>
            </a:lvl1p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Professional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Defined by our career, job roles, skills, and professional achievements. It influences how we perceive our purpose in the workplace.</a:t>
            </a:r>
          </a:p>
          <a:p>
            <a:pPr marL="0" marR="0" lvl="0" indent="0" algn="l" defTabSz="362148" rtl="0" eaLnBrk="1" fontAlgn="auto" latinLnBrk="0" hangingPunct="1">
              <a:lnSpc>
                <a:spcPct val="100000"/>
              </a:lnSpc>
              <a:spcBef>
                <a:spcPts val="0"/>
              </a:spcBef>
              <a:spcAft>
                <a:spcPts val="0"/>
              </a:spcAft>
              <a:buClrTx/>
              <a:buSzTx/>
              <a:buFontTx/>
              <a:buNone/>
              <a:tabLst/>
              <a:defRPr/>
            </a:pPr>
            <a:endParaRPr kumimoji="0" lang="en-US" altLang="ja-JP" sz="1050" b="0" i="0" u="none" strike="noStrike" kern="1200" cap="none" spc="0" normalizeH="0" baseline="0" noProof="0">
              <a:ln>
                <a:noFill/>
              </a:ln>
              <a:solidFill>
                <a:prstClr val="black"/>
              </a:solidFill>
              <a:effectLst/>
              <a:uLnTx/>
              <a:uFillTx/>
              <a:latin typeface="Arial"/>
              <a:ea typeface="メイリオ"/>
              <a:cs typeface="+mn-cs"/>
            </a:endParaRPr>
          </a:p>
        </p:txBody>
      </p:sp>
      <p:sp>
        <p:nvSpPr>
          <p:cNvPr id="10" name="テキスト ボックス 12">
            <a:extLst>
              <a:ext uri="{FF2B5EF4-FFF2-40B4-BE49-F238E27FC236}">
                <a16:creationId xmlns:a16="http://schemas.microsoft.com/office/drawing/2014/main" id="{0BB7E825-FE65-8A1A-8D8F-E3C2016FBBDA}"/>
              </a:ext>
            </a:extLst>
          </p:cNvPr>
          <p:cNvSpPr txBox="1"/>
          <p:nvPr/>
        </p:nvSpPr>
        <p:spPr>
          <a:xfrm>
            <a:off x="4427927" y="2822178"/>
            <a:ext cx="3603699" cy="738664"/>
          </a:xfrm>
          <a:prstGeom prst="rect">
            <a:avLst/>
          </a:prstGeom>
          <a:solidFill>
            <a:schemeClr val="accent3"/>
          </a:solid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050" b="1" i="0" u="none" strike="noStrike" kern="1200" cap="none" spc="0" normalizeH="0" baseline="0" noProof="0">
                <a:ln>
                  <a:noFill/>
                </a:ln>
                <a:solidFill>
                  <a:prstClr val="black"/>
                </a:solidFill>
                <a:effectLst/>
                <a:uLnTx/>
                <a:uFillTx/>
                <a:latin typeface="Arial"/>
                <a:ea typeface="メイリオ"/>
                <a:cs typeface="+mn-cs"/>
              </a:rPr>
              <a:t>Digital Identity: </a:t>
            </a:r>
            <a:r>
              <a:rPr kumimoji="0" lang="en-US" altLang="ja-JP" sz="1050" b="0" i="0" u="none" strike="noStrike" kern="1200" cap="none" spc="0" normalizeH="0" baseline="0" noProof="0">
                <a:ln>
                  <a:noFill/>
                </a:ln>
                <a:solidFill>
                  <a:prstClr val="black"/>
                </a:solidFill>
                <a:effectLst/>
                <a:uLnTx/>
                <a:uFillTx/>
                <a:latin typeface="Arial"/>
                <a:ea typeface="メイリオ"/>
                <a:cs typeface="+mn-cs"/>
              </a:rPr>
              <a:t>Shaped by our presence and interactions online, such as social media profiles and digital behavior, influencing how we are seen in virtual spaces.</a:t>
            </a:r>
          </a:p>
        </p:txBody>
      </p:sp>
      <p:sp>
        <p:nvSpPr>
          <p:cNvPr id="11" name="テキスト ボックス 13">
            <a:extLst>
              <a:ext uri="{FF2B5EF4-FFF2-40B4-BE49-F238E27FC236}">
                <a16:creationId xmlns:a16="http://schemas.microsoft.com/office/drawing/2014/main" id="{E7EDC743-DD29-CD55-CFF0-9B77DD5CCD21}"/>
              </a:ext>
            </a:extLst>
          </p:cNvPr>
          <p:cNvSpPr txBox="1"/>
          <p:nvPr/>
        </p:nvSpPr>
        <p:spPr>
          <a:xfrm>
            <a:off x="181418" y="4331927"/>
            <a:ext cx="8387366" cy="531171"/>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prstClr val="black"/>
                </a:solidFill>
                <a:effectLst/>
                <a:uLnTx/>
                <a:uFillTx/>
                <a:latin typeface="Arial"/>
                <a:ea typeface="メイリオ"/>
                <a:cs typeface="+mn-cs"/>
              </a:rPr>
              <a:t>These layers are interconnected and together shape our overall sense of self, constantly evolving as we navigate different stages and environments in life.</a:t>
            </a:r>
            <a:endParaRPr kumimoji="0" lang="ja-JP" altLang="en-US" sz="1400" b="0" i="0" u="none" strike="noStrike" kern="1200" cap="none" spc="0" normalizeH="0" baseline="0" noProof="0">
              <a:ln>
                <a:noFill/>
              </a:ln>
              <a:solidFill>
                <a:prstClr val="black"/>
              </a:solidFill>
              <a:effectLst/>
              <a:uLnTx/>
              <a:uFillTx/>
              <a:latin typeface="Arial"/>
              <a:ea typeface="メイリオ"/>
              <a:cs typeface="+mn-cs"/>
            </a:endParaRPr>
          </a:p>
        </p:txBody>
      </p:sp>
      <p:sp>
        <p:nvSpPr>
          <p:cNvPr id="12" name="テキスト ボックス 14">
            <a:extLst>
              <a:ext uri="{FF2B5EF4-FFF2-40B4-BE49-F238E27FC236}">
                <a16:creationId xmlns:a16="http://schemas.microsoft.com/office/drawing/2014/main" id="{68AA946D-86EA-72DD-B83A-6FF479226FB1}"/>
              </a:ext>
            </a:extLst>
          </p:cNvPr>
          <p:cNvSpPr txBox="1"/>
          <p:nvPr/>
        </p:nvSpPr>
        <p:spPr>
          <a:xfrm>
            <a:off x="107504" y="692385"/>
            <a:ext cx="8724761" cy="531171"/>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1400" b="0" i="0" u="none" strike="noStrike" kern="1200" cap="none" spc="0" normalizeH="0" baseline="0" noProof="0">
                <a:ln>
                  <a:noFill/>
                </a:ln>
                <a:solidFill>
                  <a:prstClr val="black"/>
                </a:solidFill>
                <a:effectLst/>
                <a:uLnTx/>
                <a:uFillTx/>
                <a:latin typeface="Arial"/>
                <a:ea typeface="メイリオ"/>
                <a:cs typeface="+mn-cs"/>
              </a:rPr>
              <a:t>Identity is a multi-dimensional concept shaped by various interconnected layers. These layers interact and evolve over time, influenced by internal factors and external experiences:</a:t>
            </a:r>
          </a:p>
        </p:txBody>
      </p:sp>
      <p:grpSp>
        <p:nvGrpSpPr>
          <p:cNvPr id="15" name="Group 14">
            <a:extLst>
              <a:ext uri="{FF2B5EF4-FFF2-40B4-BE49-F238E27FC236}">
                <a16:creationId xmlns:a16="http://schemas.microsoft.com/office/drawing/2014/main" id="{B722021A-80FE-6419-7B85-5F87030E765B}"/>
              </a:ext>
            </a:extLst>
          </p:cNvPr>
          <p:cNvGrpSpPr/>
          <p:nvPr/>
        </p:nvGrpSpPr>
        <p:grpSpPr>
          <a:xfrm>
            <a:off x="127565" y="238493"/>
            <a:ext cx="1348091" cy="346382"/>
            <a:chOff x="127565" y="238493"/>
            <a:chExt cx="1348091" cy="346382"/>
          </a:xfrm>
        </p:grpSpPr>
        <p:sp>
          <p:nvSpPr>
            <p:cNvPr id="14" name="Rectangle 13">
              <a:extLst>
                <a:ext uri="{FF2B5EF4-FFF2-40B4-BE49-F238E27FC236}">
                  <a16:creationId xmlns:a16="http://schemas.microsoft.com/office/drawing/2014/main" id="{3C4995E5-0C99-9848-2D6C-583C269BB4FF}"/>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13" name="TextBox 12">
              <a:extLst>
                <a:ext uri="{FF2B5EF4-FFF2-40B4-BE49-F238E27FC236}">
                  <a16:creationId xmlns:a16="http://schemas.microsoft.com/office/drawing/2014/main" id="{DDB604D3-9836-067C-ADC2-1DBBFBAD9E1A}"/>
                </a:ext>
              </a:extLst>
            </p:cNvPr>
            <p:cNvSpPr txBox="1"/>
            <p:nvPr/>
          </p:nvSpPr>
          <p:spPr>
            <a:xfrm>
              <a:off x="163569" y="246321"/>
              <a:ext cx="1266693" cy="338554"/>
            </a:xfrm>
            <a:prstGeom prst="rect">
              <a:avLst/>
            </a:prstGeom>
            <a:noFill/>
          </p:spPr>
          <p:txBody>
            <a:bodyPr wrap="non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white"/>
                  </a:solidFill>
                  <a:effectLst/>
                  <a:uLnTx/>
                  <a:uFillTx/>
                  <a:latin typeface="メイリオ"/>
                  <a:ea typeface="メイリオ"/>
                  <a:cs typeface="+mn-cs"/>
                </a:rPr>
                <a:t>Reference</a:t>
              </a:r>
            </a:p>
          </p:txBody>
        </p:sp>
      </p:grpSp>
    </p:spTree>
    <p:extLst>
      <p:ext uri="{BB962C8B-B14F-4D97-AF65-F5344CB8AC3E}">
        <p14:creationId xmlns:p14="http://schemas.microsoft.com/office/powerpoint/2010/main" val="863180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3E29FB-2294-8440-BB48-1D20BDE98302}"/>
              </a:ext>
            </a:extLst>
          </p:cNvPr>
          <p:cNvSpPr>
            <a:spLocks noGrp="1"/>
          </p:cNvSpPr>
          <p:nvPr>
            <p:ph type="sldNum" sz="quarter" idx="10"/>
          </p:nvPr>
        </p:nvSpPr>
        <p:spPr/>
        <p:txBody>
          <a:bodyPr/>
          <a:lstStyle/>
          <a:p>
            <a:fld id="{9FB9FBB1-FD5B-41A6-B84B-A229A6B4BB39}" type="slidenum">
              <a:rPr lang="en-US" altLang="ja-JP" smtClean="0"/>
              <a:pPr/>
              <a:t>4</a:t>
            </a:fld>
            <a:endParaRPr lang="en-US"/>
          </a:p>
        </p:txBody>
      </p:sp>
      <p:sp>
        <p:nvSpPr>
          <p:cNvPr id="3" name="タイトル 3">
            <a:extLst>
              <a:ext uri="{FF2B5EF4-FFF2-40B4-BE49-F238E27FC236}">
                <a16:creationId xmlns:a16="http://schemas.microsoft.com/office/drawing/2014/main" id="{4D0C4DFE-F1E3-FA40-8760-F3BDD3A72499}"/>
              </a:ext>
            </a:extLst>
          </p:cNvPr>
          <p:cNvSpPr txBox="1">
            <a:spLocks/>
          </p:cNvSpPr>
          <p:nvPr/>
        </p:nvSpPr>
        <p:spPr>
          <a:xfrm>
            <a:off x="1617879" y="334854"/>
            <a:ext cx="5908242" cy="225874"/>
          </a:xfrm>
          <a:prstGeom prst="rect">
            <a:avLst/>
          </a:prstGeom>
        </p:spPr>
        <p:txBody>
          <a:bodyPr vert="horz" lIns="0" tIns="0" rIns="0" bIns="0" rtlCol="0" anchor="b">
            <a:noAutofit/>
          </a:bodyPr>
          <a:lstStyle>
            <a:lvl1pPr algn="l" defTabSz="984077" rtl="0" eaLnBrk="1" fontAlgn="ctr" latinLnBrk="0" hangingPunct="1">
              <a:lnSpc>
                <a:spcPct val="100000"/>
              </a:lnSpc>
              <a:spcBef>
                <a:spcPct val="0"/>
              </a:spcBef>
              <a:buNone/>
              <a:defRPr kumimoji="1" sz="1700" kern="1200" baseline="0">
                <a:solidFill>
                  <a:schemeClr val="tx1"/>
                </a:solidFill>
                <a:latin typeface="+mj-lt"/>
                <a:ea typeface="+mj-ea"/>
                <a:cs typeface="+mj-cs"/>
              </a:defRPr>
            </a:lvl1pPr>
          </a:lstStyle>
          <a:p>
            <a:r>
              <a:rPr lang="en-US" altLang="ja-JP" sz="2000">
                <a:latin typeface="+mj-ea"/>
              </a:rPr>
              <a:t>Understanding Motivation </a:t>
            </a:r>
          </a:p>
        </p:txBody>
      </p:sp>
      <p:sp>
        <p:nvSpPr>
          <p:cNvPr id="4" name="テキスト ボックス 4">
            <a:extLst>
              <a:ext uri="{FF2B5EF4-FFF2-40B4-BE49-F238E27FC236}">
                <a16:creationId xmlns:a16="http://schemas.microsoft.com/office/drawing/2014/main" id="{00167EF6-BB1B-6349-3356-56130CC3A3BF}"/>
              </a:ext>
            </a:extLst>
          </p:cNvPr>
          <p:cNvSpPr txBox="1"/>
          <p:nvPr/>
        </p:nvSpPr>
        <p:spPr>
          <a:xfrm>
            <a:off x="4499992" y="1886874"/>
            <a:ext cx="4176464" cy="1969770"/>
          </a:xfrm>
          <a:prstGeom prst="rect">
            <a:avLst/>
          </a:prstGeom>
          <a:solidFill>
            <a:schemeClr val="accent3"/>
          </a:solidFill>
        </p:spPr>
        <p:txBody>
          <a:bodyPr wrap="square">
            <a:spAutoFit/>
          </a:bodyPr>
          <a:lstStyle/>
          <a:p>
            <a:r>
              <a:rPr lang="en-US" altLang="ja-JP" sz="1400" b="1" u="sng"/>
              <a:t>Extrinsic Motivation:</a:t>
            </a:r>
          </a:p>
          <a:p>
            <a:pPr>
              <a:buFont typeface="Arial" panose="020B0604020202020204" pitchFamily="34" charset="0"/>
              <a:buChar char="•"/>
            </a:pPr>
            <a:r>
              <a:rPr lang="en-US" altLang="ja-JP" sz="1200" b="1"/>
              <a:t>Rewards &amp; Recognition</a:t>
            </a:r>
            <a:r>
              <a:rPr lang="en-US" altLang="ja-JP" sz="1200"/>
              <a:t>: External incentives like money, praise, or promotions.</a:t>
            </a:r>
          </a:p>
          <a:p>
            <a:pPr>
              <a:buFont typeface="Arial" panose="020B0604020202020204" pitchFamily="34" charset="0"/>
              <a:buChar char="•"/>
            </a:pPr>
            <a:r>
              <a:rPr lang="en-US" altLang="ja-JP" sz="1200" b="1"/>
              <a:t>External Pressure</a:t>
            </a:r>
            <a:r>
              <a:rPr lang="en-US" altLang="ja-JP" sz="1200"/>
              <a:t>: Motivation from deadlines, expectations, or avoiding punishment.</a:t>
            </a:r>
          </a:p>
          <a:p>
            <a:pPr>
              <a:buFont typeface="Arial" panose="020B0604020202020204" pitchFamily="34" charset="0"/>
              <a:buChar char="•"/>
            </a:pPr>
            <a:r>
              <a:rPr lang="en-US" altLang="ja-JP" sz="1200" b="1"/>
              <a:t>Social Comparison</a:t>
            </a:r>
            <a:r>
              <a:rPr lang="en-US" altLang="ja-JP" sz="1200"/>
              <a:t>: Desire to outperform others or gain status.</a:t>
            </a:r>
          </a:p>
          <a:p>
            <a:pPr>
              <a:buFont typeface="Arial" panose="020B0604020202020204" pitchFamily="34" charset="0"/>
              <a:buChar char="•"/>
            </a:pPr>
            <a:r>
              <a:rPr lang="en-US" altLang="ja-JP" sz="1200" b="1"/>
              <a:t>Obligations</a:t>
            </a:r>
            <a:r>
              <a:rPr lang="en-US" altLang="ja-JP" sz="1200"/>
              <a:t>: Driven by societal or familial expectations.</a:t>
            </a:r>
          </a:p>
          <a:p>
            <a:pPr>
              <a:buFont typeface="Arial" panose="020B0604020202020204" pitchFamily="34" charset="0"/>
              <a:buChar char="•"/>
            </a:pPr>
            <a:r>
              <a:rPr lang="en-US" altLang="ja-JP" sz="1200" b="1"/>
              <a:t>Tangible Outcomes</a:t>
            </a:r>
            <a:r>
              <a:rPr lang="en-US" altLang="ja-JP" sz="1200"/>
              <a:t>: Motivated by tangible rewards, such as financial gain.</a:t>
            </a:r>
          </a:p>
        </p:txBody>
      </p:sp>
      <p:sp>
        <p:nvSpPr>
          <p:cNvPr id="5" name="テキスト ボックス 15">
            <a:extLst>
              <a:ext uri="{FF2B5EF4-FFF2-40B4-BE49-F238E27FC236}">
                <a16:creationId xmlns:a16="http://schemas.microsoft.com/office/drawing/2014/main" id="{D0F9FE57-5AB7-5CD2-F190-6DEDDFFDB217}"/>
              </a:ext>
            </a:extLst>
          </p:cNvPr>
          <p:cNvSpPr txBox="1"/>
          <p:nvPr/>
        </p:nvSpPr>
        <p:spPr>
          <a:xfrm>
            <a:off x="395536" y="1894569"/>
            <a:ext cx="3888432" cy="1954381"/>
          </a:xfrm>
          <a:prstGeom prst="rect">
            <a:avLst/>
          </a:prstGeom>
          <a:solidFill>
            <a:schemeClr val="accent3"/>
          </a:solidFill>
        </p:spPr>
        <p:txBody>
          <a:bodyPr wrap="square">
            <a:spAutoFit/>
          </a:bodyPr>
          <a:lstStyle/>
          <a:p>
            <a:r>
              <a:rPr lang="en-US" altLang="ja-JP" sz="1400" b="1" u="sng"/>
              <a:t>Intrinsic Motivation:</a:t>
            </a:r>
          </a:p>
          <a:p>
            <a:pPr>
              <a:buFont typeface="Arial" panose="020B0604020202020204" pitchFamily="34" charset="0"/>
              <a:buChar char="•"/>
            </a:pPr>
            <a:r>
              <a:rPr lang="en-US" altLang="ja-JP" sz="1200" b="1"/>
              <a:t>Personal Fulfillment</a:t>
            </a:r>
            <a:r>
              <a:rPr lang="en-US" altLang="ja-JP" sz="1200"/>
              <a:t>: Driven by enjoyment or meaning in the activity itself.</a:t>
            </a:r>
          </a:p>
          <a:p>
            <a:pPr>
              <a:buFont typeface="Arial" panose="020B0604020202020204" pitchFamily="34" charset="0"/>
              <a:buChar char="•"/>
            </a:pPr>
            <a:r>
              <a:rPr lang="en-US" altLang="ja-JP" sz="1200" b="1"/>
              <a:t>Sense of Purpose</a:t>
            </a:r>
            <a:r>
              <a:rPr lang="en-US" altLang="ja-JP" sz="1200"/>
              <a:t>: Motivation from aligning actions with core values.</a:t>
            </a:r>
          </a:p>
          <a:p>
            <a:pPr>
              <a:buFont typeface="Arial" panose="020B0604020202020204" pitchFamily="34" charset="0"/>
              <a:buChar char="•"/>
            </a:pPr>
            <a:r>
              <a:rPr lang="en-US" altLang="ja-JP" sz="1200" b="1"/>
              <a:t>Autonomy</a:t>
            </a:r>
            <a:r>
              <a:rPr lang="en-US" altLang="ja-JP" sz="1200"/>
              <a:t>: Desire to act freely and independently.</a:t>
            </a:r>
          </a:p>
          <a:p>
            <a:pPr>
              <a:buFont typeface="Arial" panose="020B0604020202020204" pitchFamily="34" charset="0"/>
              <a:buChar char="•"/>
            </a:pPr>
            <a:r>
              <a:rPr lang="en-US" altLang="ja-JP" sz="1200" b="1"/>
              <a:t>Mastery</a:t>
            </a:r>
            <a:r>
              <a:rPr lang="en-US" altLang="ja-JP" sz="1200"/>
              <a:t>: Motivation to improve and learn new skills.</a:t>
            </a:r>
          </a:p>
          <a:p>
            <a:pPr>
              <a:buFont typeface="Arial" panose="020B0604020202020204" pitchFamily="34" charset="0"/>
              <a:buChar char="•"/>
            </a:pPr>
            <a:r>
              <a:rPr lang="en-US" altLang="ja-JP" sz="1200" b="1"/>
              <a:t>Enjoyment</a:t>
            </a:r>
            <a:r>
              <a:rPr lang="en-US" altLang="ja-JP" sz="1200"/>
              <a:t>: Driven by the pleasure of the activity.</a:t>
            </a:r>
          </a:p>
          <a:p>
            <a:endParaRPr lang="en-US" altLang="ja-JP" sz="1200"/>
          </a:p>
          <a:p>
            <a:endParaRPr lang="en-US" altLang="ja-JP" sz="1100"/>
          </a:p>
        </p:txBody>
      </p:sp>
      <p:sp>
        <p:nvSpPr>
          <p:cNvPr id="6" name="テキスト ボックス 16">
            <a:extLst>
              <a:ext uri="{FF2B5EF4-FFF2-40B4-BE49-F238E27FC236}">
                <a16:creationId xmlns:a16="http://schemas.microsoft.com/office/drawing/2014/main" id="{76C97DE8-2A4C-B87F-91AC-F701E5AE7094}"/>
              </a:ext>
            </a:extLst>
          </p:cNvPr>
          <p:cNvSpPr txBox="1"/>
          <p:nvPr/>
        </p:nvSpPr>
        <p:spPr>
          <a:xfrm>
            <a:off x="194219" y="699542"/>
            <a:ext cx="8724761" cy="970009"/>
          </a:xfrm>
          <a:prstGeom prst="rect">
            <a:avLst/>
          </a:prstGeom>
          <a:noFill/>
        </p:spPr>
        <p:txBody>
          <a:bodyPr wrap="square">
            <a:spAutoFit/>
          </a:bodyPr>
          <a:lstStyle/>
          <a:p>
            <a:r>
              <a:rPr lang="en-US" altLang="ja-JP" sz="1400"/>
              <a:t>Motivation is the driving force that fuels our actions, decisions, and behaviors. It can be influenced by both internal desires and external factors. Broadly, motivation can be categorized into two types: intrinsic motivation, which comes from within, and extrinsic motivation, which is driven by external rewards or pressures. Both types play a role in shaping who we are.</a:t>
            </a:r>
          </a:p>
        </p:txBody>
      </p:sp>
      <p:grpSp>
        <p:nvGrpSpPr>
          <p:cNvPr id="7" name="Group 6">
            <a:extLst>
              <a:ext uri="{FF2B5EF4-FFF2-40B4-BE49-F238E27FC236}">
                <a16:creationId xmlns:a16="http://schemas.microsoft.com/office/drawing/2014/main" id="{BC6D6357-755F-CC10-71B4-0444CD6CA2D8}"/>
              </a:ext>
            </a:extLst>
          </p:cNvPr>
          <p:cNvGrpSpPr/>
          <p:nvPr/>
        </p:nvGrpSpPr>
        <p:grpSpPr>
          <a:xfrm>
            <a:off x="127565" y="238493"/>
            <a:ext cx="1348091" cy="346382"/>
            <a:chOff x="127565" y="238493"/>
            <a:chExt cx="1348091" cy="346382"/>
          </a:xfrm>
        </p:grpSpPr>
        <p:sp>
          <p:nvSpPr>
            <p:cNvPr id="8" name="Rectangle 7">
              <a:extLst>
                <a:ext uri="{FF2B5EF4-FFF2-40B4-BE49-F238E27FC236}">
                  <a16:creationId xmlns:a16="http://schemas.microsoft.com/office/drawing/2014/main" id="{3E241998-13DE-35B5-1476-E6EF01F76AE0}"/>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F1F82644-40E0-C7EC-7528-FBC498E1D351}"/>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spTree>
    <p:extLst>
      <p:ext uri="{BB962C8B-B14F-4D97-AF65-F5344CB8AC3E}">
        <p14:creationId xmlns:p14="http://schemas.microsoft.com/office/powerpoint/2010/main" val="2596677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AACC1-3FC2-B66E-6D7D-4D9F55EAA594}"/>
              </a:ext>
            </a:extLst>
          </p:cNvPr>
          <p:cNvSpPr>
            <a:spLocks noGrp="1"/>
          </p:cNvSpPr>
          <p:nvPr>
            <p:ph type="sldNum" sz="quarter" idx="10"/>
          </p:nvPr>
        </p:nvSpPr>
        <p:spPr/>
        <p:txBody>
          <a:bodyPr/>
          <a:lstStyle/>
          <a:p>
            <a:fld id="{9FB9FBB1-FD5B-41A6-B84B-A229A6B4BB39}" type="slidenum">
              <a:rPr lang="en-US" altLang="ja-JP" smtClean="0"/>
              <a:pPr/>
              <a:t>5</a:t>
            </a:fld>
            <a:endParaRPr lang="en-US"/>
          </a:p>
        </p:txBody>
      </p:sp>
      <p:sp>
        <p:nvSpPr>
          <p:cNvPr id="3" name="タイトル 3">
            <a:extLst>
              <a:ext uri="{FF2B5EF4-FFF2-40B4-BE49-F238E27FC236}">
                <a16:creationId xmlns:a16="http://schemas.microsoft.com/office/drawing/2014/main" id="{DCB91382-FEC0-3AE5-942A-C2C70C501CA8}"/>
              </a:ext>
            </a:extLst>
          </p:cNvPr>
          <p:cNvSpPr txBox="1">
            <a:spLocks/>
          </p:cNvSpPr>
          <p:nvPr/>
        </p:nvSpPr>
        <p:spPr>
          <a:xfrm>
            <a:off x="1547664" y="109525"/>
            <a:ext cx="5920718" cy="475200"/>
          </a:xfrm>
          <a:prstGeom prst="rect">
            <a:avLst/>
          </a:prstGeom>
        </p:spPr>
        <p:txBody>
          <a:bodyPr vert="horz" lIns="0" tIns="0" rIns="0" bIns="0" rtlCol="0" anchor="b">
            <a:noAutofit/>
          </a:bodyPr>
          <a:lstStyle>
            <a:lvl1pPr algn="l" defTabSz="984077" rtl="0" eaLnBrk="1" fontAlgn="ctr" latinLnBrk="0" hangingPunct="1">
              <a:lnSpc>
                <a:spcPct val="100000"/>
              </a:lnSpc>
              <a:spcBef>
                <a:spcPct val="0"/>
              </a:spcBef>
              <a:buNone/>
              <a:defRPr kumimoji="1" sz="1700" kern="1200" baseline="0">
                <a:solidFill>
                  <a:schemeClr val="tx1"/>
                </a:solidFill>
                <a:latin typeface="+mj-lt"/>
                <a:ea typeface="+mj-ea"/>
                <a:cs typeface="+mj-cs"/>
              </a:defRPr>
            </a:lvl1pPr>
          </a:lstStyle>
          <a:p>
            <a:r>
              <a:rPr lang="en-US" altLang="ja-JP" sz="2000">
                <a:latin typeface="+mj-ea"/>
              </a:rPr>
              <a:t>Understanding Passion vs. Motivation </a:t>
            </a:r>
          </a:p>
        </p:txBody>
      </p:sp>
      <p:sp>
        <p:nvSpPr>
          <p:cNvPr id="4" name="テキスト ボックス 6">
            <a:extLst>
              <a:ext uri="{FF2B5EF4-FFF2-40B4-BE49-F238E27FC236}">
                <a16:creationId xmlns:a16="http://schemas.microsoft.com/office/drawing/2014/main" id="{4DA31CF1-4B04-5045-68C2-D9A480848FE2}"/>
              </a:ext>
            </a:extLst>
          </p:cNvPr>
          <p:cNvSpPr txBox="1"/>
          <p:nvPr/>
        </p:nvSpPr>
        <p:spPr>
          <a:xfrm>
            <a:off x="209619" y="1983124"/>
            <a:ext cx="8724761" cy="1015663"/>
          </a:xfrm>
          <a:prstGeom prst="rect">
            <a:avLst/>
          </a:prstGeom>
          <a:solidFill>
            <a:schemeClr val="accent3"/>
          </a:solidFill>
        </p:spPr>
        <p:txBody>
          <a:bodyPr wrap="square">
            <a:spAutoFit/>
          </a:bodyPr>
          <a:lstStyle/>
          <a:p>
            <a:r>
              <a:rPr lang="en-US" altLang="ja-JP" sz="1200" b="1" dirty="0"/>
              <a:t>Internal Drives and Self-Connection:</a:t>
            </a:r>
          </a:p>
          <a:p>
            <a:pPr>
              <a:buFont typeface="Arial" panose="020B0604020202020204" pitchFamily="34" charset="0"/>
              <a:buChar char="•"/>
            </a:pPr>
            <a:r>
              <a:rPr lang="en-US" altLang="ja-JP" sz="1200" b="1" dirty="0"/>
              <a:t>Personal Values and Beliefs</a:t>
            </a:r>
            <a:r>
              <a:rPr lang="en-US" altLang="ja-JP" sz="1200" dirty="0"/>
              <a:t>: Passion arises when actions align with core values or a sense of purpose</a:t>
            </a:r>
          </a:p>
          <a:p>
            <a:pPr>
              <a:buFont typeface="Arial" panose="020B0604020202020204" pitchFamily="34" charset="0"/>
              <a:buChar char="•"/>
            </a:pPr>
            <a:r>
              <a:rPr lang="en-US" altLang="ja-JP" sz="1200" b="1" dirty="0"/>
              <a:t>Identity and Self-Expression</a:t>
            </a:r>
            <a:r>
              <a:rPr lang="en-US" altLang="ja-JP" sz="1200" dirty="0"/>
              <a:t>: Engaging in activities that reflect our authentic self</a:t>
            </a:r>
          </a:p>
          <a:p>
            <a:pPr>
              <a:buFont typeface="Arial" panose="020B0604020202020204" pitchFamily="34" charset="0"/>
              <a:buChar char="•"/>
            </a:pPr>
            <a:r>
              <a:rPr lang="en-US" altLang="ja-JP" sz="1200" b="1" dirty="0"/>
              <a:t>Purpose and Meaning</a:t>
            </a:r>
            <a:r>
              <a:rPr lang="en-US" altLang="ja-JP" sz="1200" dirty="0"/>
              <a:t>: Pursuits that give life meaning, such as career goals or family contributions</a:t>
            </a:r>
          </a:p>
          <a:p>
            <a:pPr>
              <a:buFont typeface="Arial" panose="020B0604020202020204" pitchFamily="34" charset="0"/>
              <a:buChar char="•"/>
            </a:pPr>
            <a:r>
              <a:rPr lang="en-US" altLang="ja-JP" sz="1200" b="1" dirty="0"/>
              <a:t>Ambition and Desire for Achievement</a:t>
            </a:r>
            <a:r>
              <a:rPr lang="en-US" altLang="ja-JP" sz="1200" dirty="0"/>
              <a:t>: The drive to reach specific goals or succeed</a:t>
            </a:r>
          </a:p>
        </p:txBody>
      </p:sp>
      <p:sp>
        <p:nvSpPr>
          <p:cNvPr id="5" name="テキスト ボックス 7">
            <a:extLst>
              <a:ext uri="{FF2B5EF4-FFF2-40B4-BE49-F238E27FC236}">
                <a16:creationId xmlns:a16="http://schemas.microsoft.com/office/drawing/2014/main" id="{9FCFEAE2-82D2-DA13-F38F-7F40ED3E0062}"/>
              </a:ext>
            </a:extLst>
          </p:cNvPr>
          <p:cNvSpPr txBox="1"/>
          <p:nvPr/>
        </p:nvSpPr>
        <p:spPr>
          <a:xfrm>
            <a:off x="204988" y="734315"/>
            <a:ext cx="8664548" cy="1200329"/>
          </a:xfrm>
          <a:prstGeom prst="rect">
            <a:avLst/>
          </a:prstGeom>
          <a:solidFill>
            <a:schemeClr val="bg1"/>
          </a:solidFill>
        </p:spPr>
        <p:txBody>
          <a:bodyPr wrap="square">
            <a:spAutoFit/>
          </a:bodyPr>
          <a:lstStyle/>
          <a:p>
            <a:pPr algn="just"/>
            <a:r>
              <a:rPr lang="en-US" altLang="ja-JP" sz="1200"/>
              <a:t>Passion and motivation are closely related but distinct concepts. Passion is the intense, emotional drive that fuels our enthusiasm and commitment to a particular activity or cause, </a:t>
            </a:r>
            <a:r>
              <a:rPr lang="en-US" altLang="ja-JP" sz="1200" b="1" u="sng"/>
              <a:t>often arising from deep personal values, emotional connections, and a sense of purpose. </a:t>
            </a:r>
            <a:r>
              <a:rPr lang="en-US" altLang="ja-JP" sz="1200"/>
              <a:t>Motivation, on the other hand, is the broader psychological force that initiates and sustains goal-oriented behavior, which can be driven by both intrinsic factors (personal fulfillment, desire for mastery) and extrinsic factors (rewards, social pressure). While passion is often the spark that ignites motivation, motivation is the ongoing force that keeps us working towards our goals, whether fueled by passion or external rewards.</a:t>
            </a:r>
            <a:endParaRPr lang="en-US" altLang="ja-JP" sz="1050"/>
          </a:p>
        </p:txBody>
      </p:sp>
      <p:sp>
        <p:nvSpPr>
          <p:cNvPr id="6" name="正方形/長方形 8">
            <a:extLst>
              <a:ext uri="{FF2B5EF4-FFF2-40B4-BE49-F238E27FC236}">
                <a16:creationId xmlns:a16="http://schemas.microsoft.com/office/drawing/2014/main" id="{1DFFA5D0-6DBC-C2D3-D37F-023BDADEFC95}"/>
              </a:ext>
            </a:extLst>
          </p:cNvPr>
          <p:cNvSpPr/>
          <p:nvPr/>
        </p:nvSpPr>
        <p:spPr>
          <a:xfrm>
            <a:off x="204988" y="3079018"/>
            <a:ext cx="8724761" cy="830997"/>
          </a:xfrm>
          <a:prstGeom prst="rect">
            <a:avLst/>
          </a:prstGeom>
          <a:solidFill>
            <a:schemeClr val="accent3"/>
          </a:solidFill>
        </p:spPr>
        <p:txBody>
          <a:bodyPr wrap="square">
            <a:spAutoFit/>
          </a:bodyPr>
          <a:lstStyle/>
          <a:p>
            <a:r>
              <a:rPr lang="en-US" altLang="ja-JP" sz="1200" b="1">
                <a:solidFill>
                  <a:schemeClr val="tx1"/>
                </a:solidFill>
              </a:rPr>
              <a:t>Emotional and Social Influences:</a:t>
            </a:r>
          </a:p>
          <a:p>
            <a:r>
              <a:rPr lang="en-US" altLang="ja-JP" sz="1200" b="1">
                <a:solidFill>
                  <a:schemeClr val="tx1"/>
                </a:solidFill>
              </a:rPr>
              <a:t>Emotional Connections: </a:t>
            </a:r>
            <a:r>
              <a:rPr lang="en-US" altLang="ja-JP" sz="1200">
                <a:solidFill>
                  <a:schemeClr val="tx1"/>
                </a:solidFill>
              </a:rPr>
              <a:t>Deep emotional bonds with people, places, or memories</a:t>
            </a:r>
          </a:p>
          <a:p>
            <a:r>
              <a:rPr lang="en-US" altLang="ja-JP" sz="1200" b="1">
                <a:solidFill>
                  <a:schemeClr val="tx1"/>
                </a:solidFill>
              </a:rPr>
              <a:t>Social Influence and Support: </a:t>
            </a:r>
            <a:r>
              <a:rPr lang="en-US" altLang="ja-JP" sz="1200">
                <a:solidFill>
                  <a:schemeClr val="tx1"/>
                </a:solidFill>
              </a:rPr>
              <a:t>Passion growing stronger through encouragement from others or shared goals</a:t>
            </a:r>
          </a:p>
          <a:p>
            <a:r>
              <a:rPr lang="en-US" altLang="ja-JP" sz="1200" b="1">
                <a:solidFill>
                  <a:schemeClr val="tx1"/>
                </a:solidFill>
              </a:rPr>
              <a:t>Inspiration: </a:t>
            </a:r>
            <a:r>
              <a:rPr lang="en-US" altLang="ja-JP" sz="1200">
                <a:solidFill>
                  <a:schemeClr val="tx1"/>
                </a:solidFill>
              </a:rPr>
              <a:t>Exposure to inspiring individuals, stories, or works that spark emotional responses</a:t>
            </a:r>
          </a:p>
        </p:txBody>
      </p:sp>
      <p:sp>
        <p:nvSpPr>
          <p:cNvPr id="7" name="正方形/長方形 9">
            <a:extLst>
              <a:ext uri="{FF2B5EF4-FFF2-40B4-BE49-F238E27FC236}">
                <a16:creationId xmlns:a16="http://schemas.microsoft.com/office/drawing/2014/main" id="{3610E1E5-9A96-110F-AF1E-60E5B9233A3F}"/>
              </a:ext>
            </a:extLst>
          </p:cNvPr>
          <p:cNvSpPr/>
          <p:nvPr/>
        </p:nvSpPr>
        <p:spPr>
          <a:xfrm>
            <a:off x="203364" y="4013651"/>
            <a:ext cx="8724761" cy="646331"/>
          </a:xfrm>
          <a:prstGeom prst="rect">
            <a:avLst/>
          </a:prstGeom>
          <a:solidFill>
            <a:schemeClr val="accent3"/>
          </a:solidFill>
        </p:spPr>
        <p:txBody>
          <a:bodyPr wrap="square">
            <a:spAutoFit/>
          </a:bodyPr>
          <a:lstStyle/>
          <a:p>
            <a:r>
              <a:rPr lang="en-US" altLang="ja-JP" sz="1200" b="1"/>
              <a:t>Novelty and Growth:</a:t>
            </a:r>
          </a:p>
          <a:p>
            <a:pPr>
              <a:buFont typeface="Arial" panose="020B0604020202020204" pitchFamily="34" charset="0"/>
              <a:buChar char="•"/>
            </a:pPr>
            <a:r>
              <a:rPr lang="en-US" altLang="ja-JP" sz="1200" b="1"/>
              <a:t>Novelty and Exploration</a:t>
            </a:r>
            <a:r>
              <a:rPr lang="en-US" altLang="ja-JP" sz="1200"/>
              <a:t>: New experiences and challenges that evoke excitement and passion.</a:t>
            </a:r>
          </a:p>
          <a:p>
            <a:pPr>
              <a:buFont typeface="Arial" panose="020B0604020202020204" pitchFamily="34" charset="0"/>
              <a:buChar char="•"/>
            </a:pPr>
            <a:r>
              <a:rPr lang="en-US" altLang="ja-JP" sz="1200" b="1"/>
              <a:t>Past Experiences</a:t>
            </a:r>
            <a:r>
              <a:rPr lang="en-US" altLang="ja-JP" sz="1200"/>
              <a:t>: Positive memories of past successes or milestones that reignite passion.</a:t>
            </a:r>
          </a:p>
        </p:txBody>
      </p:sp>
      <p:grpSp>
        <p:nvGrpSpPr>
          <p:cNvPr id="8" name="Group 7">
            <a:extLst>
              <a:ext uri="{FF2B5EF4-FFF2-40B4-BE49-F238E27FC236}">
                <a16:creationId xmlns:a16="http://schemas.microsoft.com/office/drawing/2014/main" id="{495475B8-C9CC-6771-A77D-D3987D77DEBD}"/>
              </a:ext>
            </a:extLst>
          </p:cNvPr>
          <p:cNvGrpSpPr/>
          <p:nvPr/>
        </p:nvGrpSpPr>
        <p:grpSpPr>
          <a:xfrm>
            <a:off x="127565" y="238493"/>
            <a:ext cx="1348091" cy="346382"/>
            <a:chOff x="127565" y="238493"/>
            <a:chExt cx="1348091" cy="346382"/>
          </a:xfrm>
        </p:grpSpPr>
        <p:sp>
          <p:nvSpPr>
            <p:cNvPr id="9" name="Rectangle 8">
              <a:extLst>
                <a:ext uri="{FF2B5EF4-FFF2-40B4-BE49-F238E27FC236}">
                  <a16:creationId xmlns:a16="http://schemas.microsoft.com/office/drawing/2014/main" id="{FB131B0E-5870-9E23-BB5D-F5B6BAE05C1C}"/>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86798992-C4EC-385B-48DD-1D9A80CD2251}"/>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spTree>
    <p:extLst>
      <p:ext uri="{BB962C8B-B14F-4D97-AF65-F5344CB8AC3E}">
        <p14:creationId xmlns:p14="http://schemas.microsoft.com/office/powerpoint/2010/main" val="2768824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41F3-CB70-BD4D-07D7-1E32F4ECD0A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8EA793B-561F-24AF-B5AD-81EE92AFE954}"/>
              </a:ext>
            </a:extLst>
          </p:cNvPr>
          <p:cNvSpPr/>
          <p:nvPr/>
        </p:nvSpPr>
        <p:spPr>
          <a:xfrm>
            <a:off x="261405" y="1710665"/>
            <a:ext cx="8639381" cy="31865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a:p>
            <a:endParaRPr lang="en-AU" sz="1400" b="1" dirty="0">
              <a:solidFill>
                <a:schemeClr val="tx1"/>
              </a:solidFill>
            </a:endParaRPr>
          </a:p>
        </p:txBody>
      </p:sp>
      <p:sp>
        <p:nvSpPr>
          <p:cNvPr id="2" name="Slide Number Placeholder 1">
            <a:extLst>
              <a:ext uri="{FF2B5EF4-FFF2-40B4-BE49-F238E27FC236}">
                <a16:creationId xmlns:a16="http://schemas.microsoft.com/office/drawing/2014/main" id="{45D06640-2DDF-F168-0B41-2B14BED611A3}"/>
              </a:ext>
            </a:extLst>
          </p:cNvPr>
          <p:cNvSpPr>
            <a:spLocks noGrp="1"/>
          </p:cNvSpPr>
          <p:nvPr>
            <p:ph type="sldNum" sz="quarter" idx="10"/>
          </p:nvPr>
        </p:nvSpPr>
        <p:spPr/>
        <p:txBody>
          <a:bodyPr/>
          <a:lstStyle/>
          <a:p>
            <a:fld id="{9FB9FBB1-FD5B-41A6-B84B-A229A6B4BB39}" type="slidenum">
              <a:rPr lang="en-US" altLang="ja-JP" smtClean="0"/>
              <a:pPr/>
              <a:t>6</a:t>
            </a:fld>
            <a:endParaRPr lang="en-US"/>
          </a:p>
        </p:txBody>
      </p:sp>
      <p:sp>
        <p:nvSpPr>
          <p:cNvPr id="4" name="テキスト プレースホルダー 2">
            <a:extLst>
              <a:ext uri="{FF2B5EF4-FFF2-40B4-BE49-F238E27FC236}">
                <a16:creationId xmlns:a16="http://schemas.microsoft.com/office/drawing/2014/main" id="{EA74225C-005E-A6C3-0C74-8D6121732AE9}"/>
              </a:ext>
            </a:extLst>
          </p:cNvPr>
          <p:cNvSpPr txBox="1">
            <a:spLocks/>
          </p:cNvSpPr>
          <p:nvPr/>
        </p:nvSpPr>
        <p:spPr>
          <a:xfrm>
            <a:off x="334078" y="706941"/>
            <a:ext cx="5544617" cy="262632"/>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1400" b="1"/>
              <a:t>PRESENT: WHO I AM TODAY</a:t>
            </a:r>
          </a:p>
        </p:txBody>
      </p:sp>
      <p:sp>
        <p:nvSpPr>
          <p:cNvPr id="5" name="TextBox 4">
            <a:extLst>
              <a:ext uri="{FF2B5EF4-FFF2-40B4-BE49-F238E27FC236}">
                <a16:creationId xmlns:a16="http://schemas.microsoft.com/office/drawing/2014/main" id="{43C08200-29EF-7C0E-D2A1-B3ACC141478B}"/>
              </a:ext>
            </a:extLst>
          </p:cNvPr>
          <p:cNvSpPr txBox="1"/>
          <p:nvPr/>
        </p:nvSpPr>
        <p:spPr>
          <a:xfrm>
            <a:off x="243213" y="879668"/>
            <a:ext cx="8804657" cy="253916"/>
          </a:xfrm>
          <a:prstGeom prst="rect">
            <a:avLst/>
          </a:prstGeom>
          <a:noFill/>
        </p:spPr>
        <p:txBody>
          <a:bodyPr wrap="square" rtlCol="0">
            <a:spAutoFit/>
          </a:bodyPr>
          <a:lstStyle/>
          <a:p>
            <a:r>
              <a:rPr kumimoji="1" lang="en-US" altLang="ja-JP" sz="1050">
                <a:solidFill>
                  <a:schemeClr val="accent1">
                    <a:lumMod val="75000"/>
                  </a:schemeClr>
                </a:solidFill>
                <a:latin typeface="Arial" panose="020B0604020202020204" pitchFamily="34" charset="0"/>
                <a:cs typeface="Arial" panose="020B0604020202020204" pitchFamily="34" charset="0"/>
              </a:rPr>
              <a:t>Think about your current self. Use the space below to describe the key aspects of who you are today.</a:t>
            </a:r>
          </a:p>
        </p:txBody>
      </p:sp>
      <p:sp>
        <p:nvSpPr>
          <p:cNvPr id="6" name="TextBox 5">
            <a:extLst>
              <a:ext uri="{FF2B5EF4-FFF2-40B4-BE49-F238E27FC236}">
                <a16:creationId xmlns:a16="http://schemas.microsoft.com/office/drawing/2014/main" id="{D1442E6E-DEAA-9587-F3D4-7C888788F23A}"/>
              </a:ext>
            </a:extLst>
          </p:cNvPr>
          <p:cNvSpPr txBox="1"/>
          <p:nvPr/>
        </p:nvSpPr>
        <p:spPr>
          <a:xfrm>
            <a:off x="243213" y="1133584"/>
            <a:ext cx="8156912" cy="577081"/>
          </a:xfrm>
          <a:prstGeom prst="rect">
            <a:avLst/>
          </a:prstGeom>
          <a:noFill/>
        </p:spPr>
        <p:txBody>
          <a:bodyPr wrap="square" rtlCol="0">
            <a:spAutoFit/>
          </a:bodyPr>
          <a:lstStyle/>
          <a:p>
            <a:r>
              <a:rPr kumimoji="1" lang="en-US" altLang="ja-JP" sz="1050">
                <a:latin typeface="Arial" panose="020B0604020202020204" pitchFamily="34" charset="0"/>
                <a:cs typeface="Arial" panose="020B0604020202020204" pitchFamily="34" charset="0"/>
              </a:rPr>
              <a:t>PERSONALLY, and PROFESSIONALLY: </a:t>
            </a:r>
          </a:p>
          <a:p>
            <a:r>
              <a:rPr kumimoji="1" lang="en-AU" altLang="ja-JP" sz="1050">
                <a:solidFill>
                  <a:schemeClr val="accent1">
                    <a:lumMod val="75000"/>
                  </a:schemeClr>
                </a:solidFill>
                <a:latin typeface="Arial" panose="020B0604020202020204" pitchFamily="34" charset="0"/>
                <a:cs typeface="Arial" panose="020B0604020202020204" pitchFamily="34" charset="0"/>
              </a:rPr>
              <a:t>What are the key elements of my identity at home &amp; at work? </a:t>
            </a:r>
          </a:p>
          <a:p>
            <a:r>
              <a:rPr kumimoji="1" lang="en-AU" altLang="ja-JP" sz="1050">
                <a:solidFill>
                  <a:schemeClr val="accent1">
                    <a:lumMod val="75000"/>
                  </a:schemeClr>
                </a:solidFill>
                <a:latin typeface="Arial" panose="020B0604020202020204" pitchFamily="34" charset="0"/>
                <a:cs typeface="Arial" panose="020B0604020202020204" pitchFamily="34" charset="0"/>
              </a:rPr>
              <a:t>What motivates me? </a:t>
            </a:r>
            <a:endParaRPr kumimoji="1" lang="ja-JP" altLang="en-US" sz="1050">
              <a:solidFill>
                <a:schemeClr val="accent1">
                  <a:lumMod val="75000"/>
                </a:schemeClr>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C88F99-8B60-8231-D388-687CA8213D5F}"/>
              </a:ext>
            </a:extLst>
          </p:cNvPr>
          <p:cNvSpPr txBox="1"/>
          <p:nvPr/>
        </p:nvSpPr>
        <p:spPr>
          <a:xfrm>
            <a:off x="1475656" y="224784"/>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Creation of My +STORY – Present</a:t>
            </a:r>
            <a:endParaRPr lang="en-US" altLang="ja-JP" sz="2000">
              <a:latin typeface="+mj-ea"/>
              <a:ea typeface="+mj-ea"/>
              <a:cs typeface="Arial" panose="020B0604020202020204" pitchFamily="34" charset="0"/>
            </a:endParaRPr>
          </a:p>
        </p:txBody>
      </p:sp>
      <p:grpSp>
        <p:nvGrpSpPr>
          <p:cNvPr id="9" name="Group 8">
            <a:extLst>
              <a:ext uri="{FF2B5EF4-FFF2-40B4-BE49-F238E27FC236}">
                <a16:creationId xmlns:a16="http://schemas.microsoft.com/office/drawing/2014/main" id="{77720787-A039-6064-7DDB-A3E52EA77785}"/>
              </a:ext>
            </a:extLst>
          </p:cNvPr>
          <p:cNvGrpSpPr/>
          <p:nvPr/>
        </p:nvGrpSpPr>
        <p:grpSpPr>
          <a:xfrm>
            <a:off x="127565" y="238493"/>
            <a:ext cx="1348091" cy="346382"/>
            <a:chOff x="127565" y="238493"/>
            <a:chExt cx="1348091" cy="346382"/>
          </a:xfrm>
        </p:grpSpPr>
        <p:sp>
          <p:nvSpPr>
            <p:cNvPr id="10" name="Rectangle 9">
              <a:extLst>
                <a:ext uri="{FF2B5EF4-FFF2-40B4-BE49-F238E27FC236}">
                  <a16:creationId xmlns:a16="http://schemas.microsoft.com/office/drawing/2014/main" id="{D5843EBB-A47B-CBAD-180A-1CAC34D7753F}"/>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2274F5DC-E268-DC5D-1FC1-64A58843440C}"/>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pic>
        <p:nvPicPr>
          <p:cNvPr id="3" name="Picture 2">
            <a:extLst>
              <a:ext uri="{FF2B5EF4-FFF2-40B4-BE49-F238E27FC236}">
                <a16:creationId xmlns:a16="http://schemas.microsoft.com/office/drawing/2014/main" id="{10902CA9-99AC-92B2-51BE-E0EE9F45B2F5}"/>
              </a:ext>
            </a:extLst>
          </p:cNvPr>
          <p:cNvPicPr>
            <a:picLocks noChangeAspect="1"/>
          </p:cNvPicPr>
          <p:nvPr/>
        </p:nvPicPr>
        <p:blipFill>
          <a:blip r:embed="rId2"/>
          <a:stretch>
            <a:fillRect/>
          </a:stretch>
        </p:blipFill>
        <p:spPr>
          <a:xfrm>
            <a:off x="7806211" y="3651042"/>
            <a:ext cx="932769" cy="1100423"/>
          </a:xfrm>
          <a:prstGeom prst="rect">
            <a:avLst/>
          </a:prstGeom>
        </p:spPr>
      </p:pic>
    </p:spTree>
    <p:extLst>
      <p:ext uri="{BB962C8B-B14F-4D97-AF65-F5344CB8AC3E}">
        <p14:creationId xmlns:p14="http://schemas.microsoft.com/office/powerpoint/2010/main" val="144309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6F1CF5-D61C-40DE-36A0-B7D6D13F7085}"/>
              </a:ext>
            </a:extLst>
          </p:cNvPr>
          <p:cNvSpPr>
            <a:spLocks noGrp="1"/>
          </p:cNvSpPr>
          <p:nvPr>
            <p:ph type="sldNum" sz="quarter" idx="10"/>
          </p:nvPr>
        </p:nvSpPr>
        <p:spPr/>
        <p:txBody>
          <a:bodyPr/>
          <a:lstStyle/>
          <a:p>
            <a:fld id="{9FB9FBB1-FD5B-41A6-B84B-A229A6B4BB39}" type="slidenum">
              <a:rPr lang="en-US" altLang="ja-JP" smtClean="0"/>
              <a:pPr/>
              <a:t>7</a:t>
            </a:fld>
            <a:endParaRPr lang="en-US"/>
          </a:p>
        </p:txBody>
      </p:sp>
      <p:sp>
        <p:nvSpPr>
          <p:cNvPr id="3" name="テキスト プレースホルダー 2">
            <a:extLst>
              <a:ext uri="{FF2B5EF4-FFF2-40B4-BE49-F238E27FC236}">
                <a16:creationId xmlns:a16="http://schemas.microsoft.com/office/drawing/2014/main" id="{902C8273-46FF-F7AB-4215-C04E57D9A111}"/>
              </a:ext>
            </a:extLst>
          </p:cNvPr>
          <p:cNvSpPr txBox="1">
            <a:spLocks/>
          </p:cNvSpPr>
          <p:nvPr/>
        </p:nvSpPr>
        <p:spPr>
          <a:xfrm>
            <a:off x="251520" y="699542"/>
            <a:ext cx="7416824" cy="262632"/>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1400" b="1"/>
              <a:t>PAST: LIFE EXPERIENCES THAT MADE ME WHO I AM (PERSONAL) </a:t>
            </a:r>
          </a:p>
        </p:txBody>
      </p:sp>
      <p:sp>
        <p:nvSpPr>
          <p:cNvPr id="4" name="TextBox 3">
            <a:extLst>
              <a:ext uri="{FF2B5EF4-FFF2-40B4-BE49-F238E27FC236}">
                <a16:creationId xmlns:a16="http://schemas.microsoft.com/office/drawing/2014/main" id="{26E0C1DF-2E34-F2DC-66D6-B844798E6576}"/>
              </a:ext>
            </a:extLst>
          </p:cNvPr>
          <p:cNvSpPr txBox="1"/>
          <p:nvPr/>
        </p:nvSpPr>
        <p:spPr>
          <a:xfrm>
            <a:off x="163569" y="878632"/>
            <a:ext cx="8869747" cy="577081"/>
          </a:xfrm>
          <a:prstGeom prst="rect">
            <a:avLst/>
          </a:prstGeom>
          <a:noFill/>
        </p:spPr>
        <p:txBody>
          <a:bodyPr wrap="squar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AU" altLang="ja-JP" sz="1050">
                <a:solidFill>
                  <a:schemeClr val="accent1"/>
                </a:solidFill>
                <a:latin typeface="Arial" panose="020B0604020202020204" pitchFamily="34" charset="0"/>
                <a:cs typeface="Arial" panose="020B0604020202020204" pitchFamily="34" charset="0"/>
              </a:rPr>
              <a:t>Reflect on significant events and experiences from your life. Use the space below to write about moments that shaped your character and values.  What were some of the highs (times of confidence and growth) and lows (times of self-doubt and/or transition) you experienced during childhood, young adulthood and in your recent past?</a:t>
            </a:r>
          </a:p>
        </p:txBody>
      </p:sp>
      <p:sp>
        <p:nvSpPr>
          <p:cNvPr id="8" name="TextBox 7">
            <a:extLst>
              <a:ext uri="{FF2B5EF4-FFF2-40B4-BE49-F238E27FC236}">
                <a16:creationId xmlns:a16="http://schemas.microsoft.com/office/drawing/2014/main" id="{E058410A-7075-C0BD-E89E-0752E67D13BC}"/>
              </a:ext>
            </a:extLst>
          </p:cNvPr>
          <p:cNvSpPr txBox="1"/>
          <p:nvPr/>
        </p:nvSpPr>
        <p:spPr>
          <a:xfrm>
            <a:off x="1475656" y="224784"/>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Creation of My +STORY – Past</a:t>
            </a:r>
            <a:endParaRPr lang="en-US" altLang="ja-JP" sz="2000">
              <a:latin typeface="+mj-ea"/>
              <a:ea typeface="+mj-ea"/>
              <a:cs typeface="Arial" panose="020B0604020202020204" pitchFamily="34" charset="0"/>
            </a:endParaRPr>
          </a:p>
        </p:txBody>
      </p:sp>
      <p:grpSp>
        <p:nvGrpSpPr>
          <p:cNvPr id="9" name="Group 8">
            <a:extLst>
              <a:ext uri="{FF2B5EF4-FFF2-40B4-BE49-F238E27FC236}">
                <a16:creationId xmlns:a16="http://schemas.microsoft.com/office/drawing/2014/main" id="{CC968164-4BD7-C750-F29F-E0D57DDB845B}"/>
              </a:ext>
            </a:extLst>
          </p:cNvPr>
          <p:cNvGrpSpPr/>
          <p:nvPr/>
        </p:nvGrpSpPr>
        <p:grpSpPr>
          <a:xfrm>
            <a:off x="127565" y="238493"/>
            <a:ext cx="1348091" cy="346382"/>
            <a:chOff x="127565" y="238493"/>
            <a:chExt cx="1348091" cy="346382"/>
          </a:xfrm>
        </p:grpSpPr>
        <p:sp>
          <p:nvSpPr>
            <p:cNvPr id="10" name="Rectangle 9">
              <a:extLst>
                <a:ext uri="{FF2B5EF4-FFF2-40B4-BE49-F238E27FC236}">
                  <a16:creationId xmlns:a16="http://schemas.microsoft.com/office/drawing/2014/main" id="{4E7A09B5-FE19-A83F-C814-8A1A43C72585}"/>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372A822C-DADB-41F0-1A59-BE88304D651A}"/>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graphicFrame>
        <p:nvGraphicFramePr>
          <p:cNvPr id="12" name="Table 11">
            <a:extLst>
              <a:ext uri="{FF2B5EF4-FFF2-40B4-BE49-F238E27FC236}">
                <a16:creationId xmlns:a16="http://schemas.microsoft.com/office/drawing/2014/main" id="{099F6A8C-2DC2-19DA-A6E2-55EF3A1138EF}"/>
              </a:ext>
            </a:extLst>
          </p:cNvPr>
          <p:cNvGraphicFramePr>
            <a:graphicFrameLocks noGrp="1"/>
          </p:cNvGraphicFramePr>
          <p:nvPr>
            <p:extLst>
              <p:ext uri="{D42A27DB-BD31-4B8C-83A1-F6EECF244321}">
                <p14:modId xmlns:p14="http://schemas.microsoft.com/office/powerpoint/2010/main" val="3466845687"/>
              </p:ext>
            </p:extLst>
          </p:nvPr>
        </p:nvGraphicFramePr>
        <p:xfrm>
          <a:off x="251520" y="1477575"/>
          <a:ext cx="8640960" cy="3268842"/>
        </p:xfrm>
        <a:graphic>
          <a:graphicData uri="http://schemas.openxmlformats.org/drawingml/2006/table">
            <a:tbl>
              <a:tblPr firstRow="1" bandRow="1">
                <a:tableStyleId>{5A111915-BE36-4E01-A7E5-04B1672EAD32}</a:tableStyleId>
              </a:tblPr>
              <a:tblGrid>
                <a:gridCol w="979932">
                  <a:extLst>
                    <a:ext uri="{9D8B030D-6E8A-4147-A177-3AD203B41FA5}">
                      <a16:colId xmlns:a16="http://schemas.microsoft.com/office/drawing/2014/main" val="1987503836"/>
                    </a:ext>
                  </a:extLst>
                </a:gridCol>
                <a:gridCol w="3830514">
                  <a:extLst>
                    <a:ext uri="{9D8B030D-6E8A-4147-A177-3AD203B41FA5}">
                      <a16:colId xmlns:a16="http://schemas.microsoft.com/office/drawing/2014/main" val="1322998801"/>
                    </a:ext>
                  </a:extLst>
                </a:gridCol>
                <a:gridCol w="3830514">
                  <a:extLst>
                    <a:ext uri="{9D8B030D-6E8A-4147-A177-3AD203B41FA5}">
                      <a16:colId xmlns:a16="http://schemas.microsoft.com/office/drawing/2014/main" val="385442111"/>
                    </a:ext>
                  </a:extLst>
                </a:gridCol>
              </a:tblGrid>
              <a:tr h="239647">
                <a:tc>
                  <a:txBody>
                    <a:bodyPr/>
                    <a:lstStyle/>
                    <a:p>
                      <a:r>
                        <a:rPr lang="en-AU" sz="1100">
                          <a:solidFill>
                            <a:schemeClr val="tx1"/>
                          </a:solidFill>
                        </a:rPr>
                        <a:t>Age 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AU" sz="1100">
                          <a:solidFill>
                            <a:schemeClr val="tx1"/>
                          </a:solidFill>
                        </a:rPr>
                        <a:t>HIGHS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r>
                        <a:rPr lang="en-AU" sz="1100">
                          <a:solidFill>
                            <a:schemeClr val="tx1"/>
                          </a:solidFill>
                        </a:rPr>
                        <a:t>LOWS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264868494"/>
                  </a:ext>
                </a:extLst>
              </a:tr>
              <a:tr h="549777">
                <a:tc>
                  <a:txBody>
                    <a:bodyPr/>
                    <a:lstStyle/>
                    <a:p>
                      <a:pPr algn="ctr"/>
                      <a:r>
                        <a:rPr lang="en-AU" sz="1100"/>
                        <a:t>0 to10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853590"/>
                  </a:ext>
                </a:extLst>
              </a:tr>
              <a:tr h="549777">
                <a:tc>
                  <a:txBody>
                    <a:bodyPr/>
                    <a:lstStyle/>
                    <a:p>
                      <a:pPr algn="ctr"/>
                      <a:r>
                        <a:rPr lang="en-AU" sz="1100"/>
                        <a:t>10 to 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314866"/>
                  </a:ext>
                </a:extLst>
              </a:tr>
              <a:tr h="549777">
                <a:tc>
                  <a:txBody>
                    <a:bodyPr/>
                    <a:lstStyle/>
                    <a:p>
                      <a:pPr algn="ctr"/>
                      <a:r>
                        <a:rPr lang="en-AU" sz="1100"/>
                        <a:t>20 to 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594075"/>
                  </a:ext>
                </a:extLst>
              </a:tr>
              <a:tr h="453477">
                <a:tc>
                  <a:txBody>
                    <a:bodyPr/>
                    <a:lstStyle/>
                    <a:p>
                      <a:pPr algn="ctr"/>
                      <a:r>
                        <a:rPr lang="en-AU" sz="1100"/>
                        <a:t>30 to 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867966"/>
                  </a:ext>
                </a:extLst>
              </a:tr>
              <a:tr h="453477">
                <a:tc>
                  <a:txBody>
                    <a:bodyPr/>
                    <a:lstStyle/>
                    <a:p>
                      <a:pPr algn="ctr"/>
                      <a:r>
                        <a:rPr lang="en-AU" sz="1100"/>
                        <a:t>40 to 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5701127"/>
                  </a:ext>
                </a:extLst>
              </a:tr>
              <a:tr h="453477">
                <a:tc>
                  <a:txBody>
                    <a:bodyPr/>
                    <a:lstStyle/>
                    <a:p>
                      <a:pPr algn="ctr"/>
                      <a:r>
                        <a:rPr lang="en-AU" sz="1100"/>
                        <a:t>50 onward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8493566"/>
                  </a:ext>
                </a:extLst>
              </a:tr>
            </a:tbl>
          </a:graphicData>
        </a:graphic>
      </p:graphicFrame>
    </p:spTree>
    <p:extLst>
      <p:ext uri="{BB962C8B-B14F-4D97-AF65-F5344CB8AC3E}">
        <p14:creationId xmlns:p14="http://schemas.microsoft.com/office/powerpoint/2010/main" val="1748285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217A-FE55-0DBC-9579-F9652E6377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3CDE18-4D62-5AE4-E567-B4E8E560711B}"/>
              </a:ext>
            </a:extLst>
          </p:cNvPr>
          <p:cNvSpPr>
            <a:spLocks noGrp="1"/>
          </p:cNvSpPr>
          <p:nvPr>
            <p:ph type="sldNum" sz="quarter" idx="10"/>
          </p:nvPr>
        </p:nvSpPr>
        <p:spPr/>
        <p:txBody>
          <a:bodyPr/>
          <a:lstStyle/>
          <a:p>
            <a:fld id="{9FB9FBB1-FD5B-41A6-B84B-A229A6B4BB39}" type="slidenum">
              <a:rPr lang="en-US" altLang="ja-JP" smtClean="0"/>
              <a:pPr/>
              <a:t>8</a:t>
            </a:fld>
            <a:endParaRPr lang="en-US"/>
          </a:p>
        </p:txBody>
      </p:sp>
      <p:sp>
        <p:nvSpPr>
          <p:cNvPr id="3" name="テキスト プレースホルダー 2">
            <a:extLst>
              <a:ext uri="{FF2B5EF4-FFF2-40B4-BE49-F238E27FC236}">
                <a16:creationId xmlns:a16="http://schemas.microsoft.com/office/drawing/2014/main" id="{37977644-094F-BC9B-4DB1-D5209B2EC098}"/>
              </a:ext>
            </a:extLst>
          </p:cNvPr>
          <p:cNvSpPr txBox="1">
            <a:spLocks/>
          </p:cNvSpPr>
          <p:nvPr/>
        </p:nvSpPr>
        <p:spPr>
          <a:xfrm>
            <a:off x="251520" y="699542"/>
            <a:ext cx="7416824" cy="262632"/>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1400" b="1"/>
              <a:t>PAST: LIFE EXPERIENCES THAT MADE ME WHO I AM (PROFESSIONAL) </a:t>
            </a:r>
          </a:p>
        </p:txBody>
      </p:sp>
      <p:sp>
        <p:nvSpPr>
          <p:cNvPr id="4" name="TextBox 3">
            <a:extLst>
              <a:ext uri="{FF2B5EF4-FFF2-40B4-BE49-F238E27FC236}">
                <a16:creationId xmlns:a16="http://schemas.microsoft.com/office/drawing/2014/main" id="{FE6F3219-CC6F-9D46-89E3-7BA2493A440B}"/>
              </a:ext>
            </a:extLst>
          </p:cNvPr>
          <p:cNvSpPr txBox="1"/>
          <p:nvPr/>
        </p:nvSpPr>
        <p:spPr>
          <a:xfrm>
            <a:off x="166749" y="895353"/>
            <a:ext cx="8869747" cy="415498"/>
          </a:xfrm>
          <a:prstGeom prst="rect">
            <a:avLst/>
          </a:prstGeom>
          <a:noFill/>
        </p:spPr>
        <p:txBody>
          <a:bodyPr wrap="squar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US" altLang="ja-JP" sz="1050">
                <a:solidFill>
                  <a:schemeClr val="accent1"/>
                </a:solidFill>
                <a:latin typeface="Arial" panose="020B0604020202020204" pitchFamily="34" charset="0"/>
                <a:cs typeface="Arial" panose="020B0604020202020204" pitchFamily="34" charset="0"/>
              </a:rPr>
              <a:t>Reflect on significant events and experiences from your professional life. Use the space below to write about highs and lows that shaped you into the professional you are today.  </a:t>
            </a:r>
          </a:p>
        </p:txBody>
      </p:sp>
      <p:sp>
        <p:nvSpPr>
          <p:cNvPr id="8" name="TextBox 7">
            <a:extLst>
              <a:ext uri="{FF2B5EF4-FFF2-40B4-BE49-F238E27FC236}">
                <a16:creationId xmlns:a16="http://schemas.microsoft.com/office/drawing/2014/main" id="{333F6D55-5F0A-2960-921A-8D013C4D6924}"/>
              </a:ext>
            </a:extLst>
          </p:cNvPr>
          <p:cNvSpPr txBox="1"/>
          <p:nvPr/>
        </p:nvSpPr>
        <p:spPr>
          <a:xfrm>
            <a:off x="1475656" y="224784"/>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Creation of My +STORY – Past</a:t>
            </a:r>
            <a:endParaRPr lang="en-US" altLang="ja-JP" sz="2000">
              <a:latin typeface="+mj-ea"/>
              <a:ea typeface="+mj-ea"/>
              <a:cs typeface="Arial" panose="020B0604020202020204" pitchFamily="34" charset="0"/>
            </a:endParaRPr>
          </a:p>
        </p:txBody>
      </p:sp>
      <p:grpSp>
        <p:nvGrpSpPr>
          <p:cNvPr id="9" name="Group 8">
            <a:extLst>
              <a:ext uri="{FF2B5EF4-FFF2-40B4-BE49-F238E27FC236}">
                <a16:creationId xmlns:a16="http://schemas.microsoft.com/office/drawing/2014/main" id="{6783FFA3-3636-D6B2-A736-611F61702CD3}"/>
              </a:ext>
            </a:extLst>
          </p:cNvPr>
          <p:cNvGrpSpPr/>
          <p:nvPr/>
        </p:nvGrpSpPr>
        <p:grpSpPr>
          <a:xfrm>
            <a:off x="127565" y="238493"/>
            <a:ext cx="1348091" cy="346382"/>
            <a:chOff x="127565" y="238493"/>
            <a:chExt cx="1348091" cy="346382"/>
          </a:xfrm>
        </p:grpSpPr>
        <p:sp>
          <p:nvSpPr>
            <p:cNvPr id="10" name="Rectangle 9">
              <a:extLst>
                <a:ext uri="{FF2B5EF4-FFF2-40B4-BE49-F238E27FC236}">
                  <a16:creationId xmlns:a16="http://schemas.microsoft.com/office/drawing/2014/main" id="{CC561BAB-D4FF-174B-26A5-E8A270C23516}"/>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AD6F5E05-E1DA-9675-384F-ADDEBBF84A82}"/>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graphicFrame>
        <p:nvGraphicFramePr>
          <p:cNvPr id="12" name="Table 11">
            <a:extLst>
              <a:ext uri="{FF2B5EF4-FFF2-40B4-BE49-F238E27FC236}">
                <a16:creationId xmlns:a16="http://schemas.microsoft.com/office/drawing/2014/main" id="{350ADFA3-0903-8DE1-3A10-DE882B2B9070}"/>
              </a:ext>
            </a:extLst>
          </p:cNvPr>
          <p:cNvGraphicFramePr>
            <a:graphicFrameLocks noGrp="1"/>
          </p:cNvGraphicFramePr>
          <p:nvPr>
            <p:extLst>
              <p:ext uri="{D42A27DB-BD31-4B8C-83A1-F6EECF244321}">
                <p14:modId xmlns:p14="http://schemas.microsoft.com/office/powerpoint/2010/main" val="3221719915"/>
              </p:ext>
            </p:extLst>
          </p:nvPr>
        </p:nvGraphicFramePr>
        <p:xfrm>
          <a:off x="251520" y="1457640"/>
          <a:ext cx="8640960" cy="2893800"/>
        </p:xfrm>
        <a:graphic>
          <a:graphicData uri="http://schemas.openxmlformats.org/drawingml/2006/table">
            <a:tbl>
              <a:tblPr firstRow="1" bandRow="1">
                <a:tableStyleId>{5A111915-BE36-4E01-A7E5-04B1672EAD32}</a:tableStyleId>
              </a:tblPr>
              <a:tblGrid>
                <a:gridCol w="979932">
                  <a:extLst>
                    <a:ext uri="{9D8B030D-6E8A-4147-A177-3AD203B41FA5}">
                      <a16:colId xmlns:a16="http://schemas.microsoft.com/office/drawing/2014/main" val="1987503836"/>
                    </a:ext>
                  </a:extLst>
                </a:gridCol>
                <a:gridCol w="3830514">
                  <a:extLst>
                    <a:ext uri="{9D8B030D-6E8A-4147-A177-3AD203B41FA5}">
                      <a16:colId xmlns:a16="http://schemas.microsoft.com/office/drawing/2014/main" val="1322998801"/>
                    </a:ext>
                  </a:extLst>
                </a:gridCol>
                <a:gridCol w="3830514">
                  <a:extLst>
                    <a:ext uri="{9D8B030D-6E8A-4147-A177-3AD203B41FA5}">
                      <a16:colId xmlns:a16="http://schemas.microsoft.com/office/drawing/2014/main" val="385442111"/>
                    </a:ext>
                  </a:extLst>
                </a:gridCol>
              </a:tblGrid>
              <a:tr h="250014">
                <a:tc>
                  <a:txBody>
                    <a:bodyPr/>
                    <a:lstStyle/>
                    <a:p>
                      <a:r>
                        <a:rPr lang="en-AU" sz="1200"/>
                        <a:t>Age Range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200"/>
                        <a:t>HIGHS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200" dirty="0"/>
                        <a:t>LOWS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868494"/>
                  </a:ext>
                </a:extLst>
              </a:tr>
              <a:tr h="654870">
                <a:tc>
                  <a:txBody>
                    <a:bodyPr/>
                    <a:lstStyle/>
                    <a:p>
                      <a:pPr algn="ctr"/>
                      <a:r>
                        <a:rPr lang="en-AU" sz="1200"/>
                        <a:t>20s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2853590"/>
                  </a:ext>
                </a:extLst>
              </a:tr>
              <a:tr h="654870">
                <a:tc>
                  <a:txBody>
                    <a:bodyPr/>
                    <a:lstStyle/>
                    <a:p>
                      <a:pPr algn="ctr"/>
                      <a:r>
                        <a:rPr lang="en-AU" sz="1200"/>
                        <a:t>30s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314866"/>
                  </a:ext>
                </a:extLst>
              </a:tr>
              <a:tr h="654870">
                <a:tc>
                  <a:txBody>
                    <a:bodyPr/>
                    <a:lstStyle/>
                    <a:p>
                      <a:pPr algn="ctr"/>
                      <a:r>
                        <a:rPr lang="en-AU" sz="1200"/>
                        <a:t>40s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5594075"/>
                  </a:ext>
                </a:extLst>
              </a:tr>
              <a:tr h="654870">
                <a:tc>
                  <a:txBody>
                    <a:bodyPr/>
                    <a:lstStyle/>
                    <a:p>
                      <a:pPr algn="ctr"/>
                      <a:r>
                        <a:rPr lang="en-AU" sz="1200"/>
                        <a:t>50s onward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8493566"/>
                  </a:ext>
                </a:extLst>
              </a:tr>
            </a:tbl>
          </a:graphicData>
        </a:graphic>
      </p:graphicFrame>
    </p:spTree>
    <p:extLst>
      <p:ext uri="{BB962C8B-B14F-4D97-AF65-F5344CB8AC3E}">
        <p14:creationId xmlns:p14="http://schemas.microsoft.com/office/powerpoint/2010/main" val="1669715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426BABC-6DC9-7EEB-690D-00A47CEC9D2B}"/>
              </a:ext>
            </a:extLst>
          </p:cNvPr>
          <p:cNvSpPr>
            <a:spLocks noGrp="1"/>
          </p:cNvSpPr>
          <p:nvPr>
            <p:ph type="sldNum" sz="quarter" idx="10"/>
          </p:nvPr>
        </p:nvSpPr>
        <p:spPr/>
        <p:txBody>
          <a:bodyPr/>
          <a:lstStyle/>
          <a:p>
            <a:fld id="{9FB9FBB1-FD5B-41A6-B84B-A229A6B4BB39}" type="slidenum">
              <a:rPr lang="en-US" altLang="ja-JP" smtClean="0"/>
              <a:pPr/>
              <a:t>9</a:t>
            </a:fld>
            <a:endParaRPr lang="en-US"/>
          </a:p>
        </p:txBody>
      </p:sp>
      <p:pic>
        <p:nvPicPr>
          <p:cNvPr id="3" name="図 14">
            <a:extLst>
              <a:ext uri="{FF2B5EF4-FFF2-40B4-BE49-F238E27FC236}">
                <a16:creationId xmlns:a16="http://schemas.microsoft.com/office/drawing/2014/main" id="{7A27A7E2-29FE-BAE2-8C94-18D5DA13009E}"/>
              </a:ext>
            </a:extLst>
          </p:cNvPr>
          <p:cNvPicPr>
            <a:picLocks noChangeAspect="1"/>
          </p:cNvPicPr>
          <p:nvPr/>
        </p:nvPicPr>
        <p:blipFill>
          <a:blip r:embed="rId2"/>
          <a:stretch>
            <a:fillRect/>
          </a:stretch>
        </p:blipFill>
        <p:spPr>
          <a:xfrm>
            <a:off x="2339752" y="1978991"/>
            <a:ext cx="4293889" cy="2416029"/>
          </a:xfrm>
          <a:prstGeom prst="rect">
            <a:avLst/>
          </a:prstGeom>
        </p:spPr>
      </p:pic>
      <p:sp>
        <p:nvSpPr>
          <p:cNvPr id="12" name="テキスト プレースホルダー 2">
            <a:extLst>
              <a:ext uri="{FF2B5EF4-FFF2-40B4-BE49-F238E27FC236}">
                <a16:creationId xmlns:a16="http://schemas.microsoft.com/office/drawing/2014/main" id="{42E557B8-F4B3-6107-445F-8BFAFD81AA16}"/>
              </a:ext>
            </a:extLst>
          </p:cNvPr>
          <p:cNvSpPr txBox="1">
            <a:spLocks/>
          </p:cNvSpPr>
          <p:nvPr/>
        </p:nvSpPr>
        <p:spPr>
          <a:xfrm>
            <a:off x="235808" y="748480"/>
            <a:ext cx="8627250" cy="959531"/>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pPr>
              <a:lnSpc>
                <a:spcPct val="100000"/>
              </a:lnSpc>
              <a:spcAft>
                <a:spcPts val="150"/>
              </a:spcAft>
            </a:pPr>
            <a:r>
              <a:rPr lang="en-US" altLang="ja-JP" sz="1400" b="0" dirty="0"/>
              <a:t>Now that you have reflected on your PRESENT and PAST, create an image of your +STORY Life Journey highlighting key moments (both high points and low/challenges) that have shaped who you are today. </a:t>
            </a:r>
          </a:p>
          <a:p>
            <a:pPr>
              <a:lnSpc>
                <a:spcPct val="100000"/>
              </a:lnSpc>
              <a:spcAft>
                <a:spcPts val="150"/>
              </a:spcAft>
            </a:pPr>
            <a:endParaRPr lang="en-US" altLang="ja-JP" sz="1400" b="0" dirty="0"/>
          </a:p>
          <a:p>
            <a:pPr>
              <a:lnSpc>
                <a:spcPct val="100000"/>
              </a:lnSpc>
              <a:spcAft>
                <a:spcPts val="150"/>
              </a:spcAft>
            </a:pPr>
            <a:r>
              <a:rPr lang="en-US" altLang="ja-JP" sz="1400" b="0" dirty="0"/>
              <a:t>PRESENT refers to your journey when you start your tenure with Fujifilm.</a:t>
            </a:r>
          </a:p>
        </p:txBody>
      </p:sp>
      <p:sp>
        <p:nvSpPr>
          <p:cNvPr id="13" name="TextBox 12">
            <a:extLst>
              <a:ext uri="{FF2B5EF4-FFF2-40B4-BE49-F238E27FC236}">
                <a16:creationId xmlns:a16="http://schemas.microsoft.com/office/drawing/2014/main" id="{799315EC-EC2B-E99A-DC42-2904BB000B91}"/>
              </a:ext>
            </a:extLst>
          </p:cNvPr>
          <p:cNvSpPr txBox="1"/>
          <p:nvPr/>
        </p:nvSpPr>
        <p:spPr>
          <a:xfrm>
            <a:off x="1511891" y="267128"/>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Creation of My +STORY – Life Journey Image</a:t>
            </a:r>
            <a:endParaRPr lang="en-US" altLang="ja-JP" sz="2000">
              <a:latin typeface="+mj-ea"/>
              <a:ea typeface="+mj-ea"/>
              <a:cs typeface="Arial" panose="020B0604020202020204" pitchFamily="34" charset="0"/>
            </a:endParaRPr>
          </a:p>
        </p:txBody>
      </p:sp>
      <p:grpSp>
        <p:nvGrpSpPr>
          <p:cNvPr id="14" name="Group 13">
            <a:extLst>
              <a:ext uri="{FF2B5EF4-FFF2-40B4-BE49-F238E27FC236}">
                <a16:creationId xmlns:a16="http://schemas.microsoft.com/office/drawing/2014/main" id="{FBFCB67B-4A0C-7137-E2D1-7E542C6938B4}"/>
              </a:ext>
            </a:extLst>
          </p:cNvPr>
          <p:cNvGrpSpPr/>
          <p:nvPr/>
        </p:nvGrpSpPr>
        <p:grpSpPr>
          <a:xfrm>
            <a:off x="199804" y="267128"/>
            <a:ext cx="1348091" cy="346382"/>
            <a:chOff x="127565" y="238493"/>
            <a:chExt cx="1348091" cy="346382"/>
          </a:xfrm>
        </p:grpSpPr>
        <p:sp>
          <p:nvSpPr>
            <p:cNvPr id="15" name="Rectangle 14">
              <a:extLst>
                <a:ext uri="{FF2B5EF4-FFF2-40B4-BE49-F238E27FC236}">
                  <a16:creationId xmlns:a16="http://schemas.microsoft.com/office/drawing/2014/main" id="{AB06C643-1CBB-52B9-4F7D-5FE7E49E38C8}"/>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E5BD35F6-B21C-F489-22A3-966311A05F99}"/>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grpSp>
        <p:nvGrpSpPr>
          <p:cNvPr id="27" name="Group 26">
            <a:extLst>
              <a:ext uri="{FF2B5EF4-FFF2-40B4-BE49-F238E27FC236}">
                <a16:creationId xmlns:a16="http://schemas.microsoft.com/office/drawing/2014/main" id="{F15621C9-CCB1-EFE3-6A38-68738DBAD9D3}"/>
              </a:ext>
            </a:extLst>
          </p:cNvPr>
          <p:cNvGrpSpPr/>
          <p:nvPr/>
        </p:nvGrpSpPr>
        <p:grpSpPr>
          <a:xfrm>
            <a:off x="235808" y="2490270"/>
            <a:ext cx="1817664" cy="862556"/>
            <a:chOff x="571915" y="1665792"/>
            <a:chExt cx="1817664" cy="862556"/>
          </a:xfrm>
        </p:grpSpPr>
        <p:sp>
          <p:nvSpPr>
            <p:cNvPr id="19" name="TextBox 18">
              <a:extLst>
                <a:ext uri="{FF2B5EF4-FFF2-40B4-BE49-F238E27FC236}">
                  <a16:creationId xmlns:a16="http://schemas.microsoft.com/office/drawing/2014/main" id="{3B3FDC3E-F9E4-D040-E2F4-AA5919E0F2E1}"/>
                </a:ext>
              </a:extLst>
            </p:cNvPr>
            <p:cNvSpPr txBox="1"/>
            <p:nvPr/>
          </p:nvSpPr>
          <p:spPr>
            <a:xfrm>
              <a:off x="571915" y="1882017"/>
              <a:ext cx="1817664" cy="646331"/>
            </a:xfrm>
            <a:prstGeom prst="rect">
              <a:avLst/>
            </a:prstGeom>
            <a:noFill/>
          </p:spPr>
          <p:txBody>
            <a:bodyPr wrap="square">
              <a:spAutoFit/>
            </a:bodyPr>
            <a:lstStyle/>
            <a:p>
              <a:r>
                <a:rPr kumimoji="1" lang="en-US" altLang="ja-JP" sz="1200">
                  <a:solidFill>
                    <a:schemeClr val="tx1"/>
                  </a:solidFill>
                </a:rPr>
                <a:t>List your High and Low events from past and present</a:t>
              </a:r>
            </a:p>
          </p:txBody>
        </p:sp>
        <p:sp>
          <p:nvSpPr>
            <p:cNvPr id="21" name="Rectangle: Rounded Corners 20">
              <a:extLst>
                <a:ext uri="{FF2B5EF4-FFF2-40B4-BE49-F238E27FC236}">
                  <a16:creationId xmlns:a16="http://schemas.microsoft.com/office/drawing/2014/main" id="{45C154F8-23DF-737C-0C5C-2404F3A5B392}"/>
                </a:ext>
              </a:extLst>
            </p:cNvPr>
            <p:cNvSpPr/>
            <p:nvPr/>
          </p:nvSpPr>
          <p:spPr>
            <a:xfrm>
              <a:off x="622862" y="1665792"/>
              <a:ext cx="216024" cy="216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a:t>1</a:t>
              </a:r>
            </a:p>
          </p:txBody>
        </p:sp>
      </p:grpSp>
      <p:grpSp>
        <p:nvGrpSpPr>
          <p:cNvPr id="28" name="Group 27">
            <a:extLst>
              <a:ext uri="{FF2B5EF4-FFF2-40B4-BE49-F238E27FC236}">
                <a16:creationId xmlns:a16="http://schemas.microsoft.com/office/drawing/2014/main" id="{D40DA5EB-0813-77EA-C65B-48B786D5FE37}"/>
              </a:ext>
            </a:extLst>
          </p:cNvPr>
          <p:cNvGrpSpPr/>
          <p:nvPr/>
        </p:nvGrpSpPr>
        <p:grpSpPr>
          <a:xfrm>
            <a:off x="6837298" y="2491449"/>
            <a:ext cx="2016224" cy="861377"/>
            <a:chOff x="235808" y="3206985"/>
            <a:chExt cx="2016224" cy="861377"/>
          </a:xfrm>
        </p:grpSpPr>
        <p:sp>
          <p:nvSpPr>
            <p:cNvPr id="18" name="TextBox 17">
              <a:extLst>
                <a:ext uri="{FF2B5EF4-FFF2-40B4-BE49-F238E27FC236}">
                  <a16:creationId xmlns:a16="http://schemas.microsoft.com/office/drawing/2014/main" id="{A2C6F497-8CCF-3395-9EE6-5AC764FB668B}"/>
                </a:ext>
              </a:extLst>
            </p:cNvPr>
            <p:cNvSpPr txBox="1"/>
            <p:nvPr/>
          </p:nvSpPr>
          <p:spPr>
            <a:xfrm>
              <a:off x="235808" y="3422031"/>
              <a:ext cx="2016224" cy="646331"/>
            </a:xfrm>
            <a:prstGeom prst="rect">
              <a:avLst/>
            </a:prstGeom>
            <a:noFill/>
          </p:spPr>
          <p:txBody>
            <a:bodyPr wrap="square">
              <a:spAutoFit/>
            </a:bodyPr>
            <a:lstStyle/>
            <a:p>
              <a:r>
                <a:rPr kumimoji="1" lang="en-US" altLang="ja-JP" sz="1200">
                  <a:solidFill>
                    <a:schemeClr val="tx1"/>
                  </a:solidFill>
                </a:rPr>
                <a:t>Describe your insights / learnings from at least one High and Low event</a:t>
              </a:r>
              <a:endParaRPr kumimoji="1" lang="ja-JP" altLang="en-US" sz="1200">
                <a:solidFill>
                  <a:schemeClr val="tx1"/>
                </a:solidFill>
              </a:endParaRPr>
            </a:p>
          </p:txBody>
        </p:sp>
        <p:sp>
          <p:nvSpPr>
            <p:cNvPr id="22" name="Rectangle: Rounded Corners 21">
              <a:extLst>
                <a:ext uri="{FF2B5EF4-FFF2-40B4-BE49-F238E27FC236}">
                  <a16:creationId xmlns:a16="http://schemas.microsoft.com/office/drawing/2014/main" id="{E9CBB9DF-6FEF-3017-D56C-C1855FAA3737}"/>
                </a:ext>
              </a:extLst>
            </p:cNvPr>
            <p:cNvSpPr/>
            <p:nvPr/>
          </p:nvSpPr>
          <p:spPr>
            <a:xfrm>
              <a:off x="323528" y="3206985"/>
              <a:ext cx="216024" cy="216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a:t>3</a:t>
              </a:r>
            </a:p>
          </p:txBody>
        </p:sp>
      </p:grpSp>
      <p:grpSp>
        <p:nvGrpSpPr>
          <p:cNvPr id="49" name="Group 48">
            <a:extLst>
              <a:ext uri="{FF2B5EF4-FFF2-40B4-BE49-F238E27FC236}">
                <a16:creationId xmlns:a16="http://schemas.microsoft.com/office/drawing/2014/main" id="{01A2AABB-2E48-07BC-AA4A-407D6948BF17}"/>
              </a:ext>
            </a:extLst>
          </p:cNvPr>
          <p:cNvGrpSpPr/>
          <p:nvPr/>
        </p:nvGrpSpPr>
        <p:grpSpPr>
          <a:xfrm>
            <a:off x="6876256" y="3576475"/>
            <a:ext cx="2016224" cy="1049378"/>
            <a:chOff x="6887558" y="3749156"/>
            <a:chExt cx="2016224" cy="1049378"/>
          </a:xfrm>
        </p:grpSpPr>
        <p:sp>
          <p:nvSpPr>
            <p:cNvPr id="20" name="TextBox 19">
              <a:extLst>
                <a:ext uri="{FF2B5EF4-FFF2-40B4-BE49-F238E27FC236}">
                  <a16:creationId xmlns:a16="http://schemas.microsoft.com/office/drawing/2014/main" id="{1B3F84A9-129C-04D3-C789-7B56E5A8FE9B}"/>
                </a:ext>
              </a:extLst>
            </p:cNvPr>
            <p:cNvSpPr txBox="1"/>
            <p:nvPr/>
          </p:nvSpPr>
          <p:spPr>
            <a:xfrm>
              <a:off x="6887558" y="3967537"/>
              <a:ext cx="2016224" cy="830997"/>
            </a:xfrm>
            <a:prstGeom prst="rect">
              <a:avLst/>
            </a:prstGeom>
            <a:noFill/>
          </p:spPr>
          <p:txBody>
            <a:bodyPr wrap="square">
              <a:spAutoFit/>
            </a:bodyPr>
            <a:lstStyle/>
            <a:p>
              <a:r>
                <a:rPr kumimoji="1" lang="en-US" altLang="ja-JP" sz="1200">
                  <a:solidFill>
                    <a:schemeClr val="tx1"/>
                  </a:solidFill>
                </a:rPr>
                <a:t>Describe the common factors you have identified from your High and Low events</a:t>
              </a:r>
            </a:p>
          </p:txBody>
        </p:sp>
        <p:sp>
          <p:nvSpPr>
            <p:cNvPr id="23" name="Rectangle: Rounded Corners 22">
              <a:extLst>
                <a:ext uri="{FF2B5EF4-FFF2-40B4-BE49-F238E27FC236}">
                  <a16:creationId xmlns:a16="http://schemas.microsoft.com/office/drawing/2014/main" id="{0F2BF975-DDB8-8362-CE68-EA662148F6AB}"/>
                </a:ext>
              </a:extLst>
            </p:cNvPr>
            <p:cNvSpPr/>
            <p:nvPr/>
          </p:nvSpPr>
          <p:spPr>
            <a:xfrm>
              <a:off x="7004983" y="3749156"/>
              <a:ext cx="216024" cy="216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a:t>4</a:t>
              </a:r>
            </a:p>
          </p:txBody>
        </p:sp>
      </p:grpSp>
      <p:cxnSp>
        <p:nvCxnSpPr>
          <p:cNvPr id="34" name="Straight Arrow Connector 33">
            <a:extLst>
              <a:ext uri="{FF2B5EF4-FFF2-40B4-BE49-F238E27FC236}">
                <a16:creationId xmlns:a16="http://schemas.microsoft.com/office/drawing/2014/main" id="{241722D6-2D75-0958-007F-12AB0962A159}"/>
              </a:ext>
            </a:extLst>
          </p:cNvPr>
          <p:cNvCxnSpPr/>
          <p:nvPr/>
        </p:nvCxnSpPr>
        <p:spPr>
          <a:xfrm flipV="1">
            <a:off x="1835696" y="2571750"/>
            <a:ext cx="648072" cy="4076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3A30D989-C8C4-BBF5-824C-761FB54777A4}"/>
              </a:ext>
            </a:extLst>
          </p:cNvPr>
          <p:cNvCxnSpPr/>
          <p:nvPr/>
        </p:nvCxnSpPr>
        <p:spPr>
          <a:xfrm>
            <a:off x="1835696" y="2979355"/>
            <a:ext cx="720080" cy="6249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7430446-00CF-DCC8-81CA-13BFF574D7C8}"/>
              </a:ext>
            </a:extLst>
          </p:cNvPr>
          <p:cNvCxnSpPr>
            <a:cxnSpLocks/>
          </p:cNvCxnSpPr>
          <p:nvPr/>
        </p:nvCxnSpPr>
        <p:spPr>
          <a:xfrm flipH="1" flipV="1">
            <a:off x="3474999" y="2668453"/>
            <a:ext cx="3293199" cy="388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CDB7A9A-CB42-093C-F2B8-64333A89CD94}"/>
              </a:ext>
            </a:extLst>
          </p:cNvPr>
          <p:cNvCxnSpPr>
            <a:cxnSpLocks/>
          </p:cNvCxnSpPr>
          <p:nvPr/>
        </p:nvCxnSpPr>
        <p:spPr>
          <a:xfrm flipH="1">
            <a:off x="3444089" y="3051750"/>
            <a:ext cx="3306977" cy="7413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FD535F8-F0A1-D7AD-764D-5E0214B49F28}"/>
              </a:ext>
            </a:extLst>
          </p:cNvPr>
          <p:cNvCxnSpPr>
            <a:cxnSpLocks/>
          </p:cNvCxnSpPr>
          <p:nvPr/>
        </p:nvCxnSpPr>
        <p:spPr>
          <a:xfrm flipH="1">
            <a:off x="5820792" y="3950072"/>
            <a:ext cx="930274"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5D6ABB20-4821-4308-0D58-1C83B7F5810F}"/>
              </a:ext>
            </a:extLst>
          </p:cNvPr>
          <p:cNvGrpSpPr/>
          <p:nvPr/>
        </p:nvGrpSpPr>
        <p:grpSpPr>
          <a:xfrm>
            <a:off x="6804248" y="1605251"/>
            <a:ext cx="2088232" cy="676711"/>
            <a:chOff x="235808" y="3206985"/>
            <a:chExt cx="2088232" cy="676711"/>
          </a:xfrm>
        </p:grpSpPr>
        <p:sp>
          <p:nvSpPr>
            <p:cNvPr id="45" name="TextBox 44">
              <a:extLst>
                <a:ext uri="{FF2B5EF4-FFF2-40B4-BE49-F238E27FC236}">
                  <a16:creationId xmlns:a16="http://schemas.microsoft.com/office/drawing/2014/main" id="{79FC7E59-7BCF-CCD5-EB4D-F0B180B58D3A}"/>
                </a:ext>
              </a:extLst>
            </p:cNvPr>
            <p:cNvSpPr txBox="1"/>
            <p:nvPr/>
          </p:nvSpPr>
          <p:spPr>
            <a:xfrm>
              <a:off x="235808" y="3422031"/>
              <a:ext cx="2088232" cy="461665"/>
            </a:xfrm>
            <a:prstGeom prst="rect">
              <a:avLst/>
            </a:prstGeom>
            <a:noFill/>
          </p:spPr>
          <p:txBody>
            <a:bodyPr wrap="square">
              <a:spAutoFit/>
            </a:bodyPr>
            <a:lstStyle/>
            <a:p>
              <a:r>
                <a:rPr kumimoji="1" lang="en-US" altLang="ja-JP" sz="1200">
                  <a:solidFill>
                    <a:schemeClr val="tx1"/>
                  </a:solidFill>
                </a:rPr>
                <a:t>Adjust the lengths of indicators where necessary</a:t>
              </a:r>
              <a:endParaRPr kumimoji="1" lang="ja-JP" altLang="en-US" sz="1200">
                <a:solidFill>
                  <a:schemeClr val="tx1"/>
                </a:solidFill>
              </a:endParaRPr>
            </a:p>
          </p:txBody>
        </p:sp>
        <p:sp>
          <p:nvSpPr>
            <p:cNvPr id="46" name="Rectangle: Rounded Corners 45">
              <a:extLst>
                <a:ext uri="{FF2B5EF4-FFF2-40B4-BE49-F238E27FC236}">
                  <a16:creationId xmlns:a16="http://schemas.microsoft.com/office/drawing/2014/main" id="{8BDD777E-74B8-92F9-6800-318E0C5138FB}"/>
                </a:ext>
              </a:extLst>
            </p:cNvPr>
            <p:cNvSpPr/>
            <p:nvPr/>
          </p:nvSpPr>
          <p:spPr>
            <a:xfrm>
              <a:off x="323528" y="3206985"/>
              <a:ext cx="216024" cy="216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200" b="1"/>
                <a:t>2</a:t>
              </a:r>
            </a:p>
          </p:txBody>
        </p:sp>
      </p:grpSp>
      <p:cxnSp>
        <p:nvCxnSpPr>
          <p:cNvPr id="52" name="Straight Arrow Connector 51">
            <a:extLst>
              <a:ext uri="{FF2B5EF4-FFF2-40B4-BE49-F238E27FC236}">
                <a16:creationId xmlns:a16="http://schemas.microsoft.com/office/drawing/2014/main" id="{5AF8913B-3671-131D-FC91-26EA237DDA78}"/>
              </a:ext>
            </a:extLst>
          </p:cNvPr>
          <p:cNvCxnSpPr>
            <a:cxnSpLocks/>
          </p:cNvCxnSpPr>
          <p:nvPr/>
        </p:nvCxnSpPr>
        <p:spPr>
          <a:xfrm flipH="1">
            <a:off x="5868144" y="2143463"/>
            <a:ext cx="969232" cy="107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74642B5-41FF-7513-EB62-F5DDC36E8BCE}"/>
              </a:ext>
            </a:extLst>
          </p:cNvPr>
          <p:cNvCxnSpPr>
            <a:cxnSpLocks/>
          </p:cNvCxnSpPr>
          <p:nvPr/>
        </p:nvCxnSpPr>
        <p:spPr>
          <a:xfrm flipH="1">
            <a:off x="3707904" y="2143463"/>
            <a:ext cx="3129472" cy="68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9994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D5310DF-869A-F782-4B2D-41830539DE16}"/>
              </a:ext>
            </a:extLst>
          </p:cNvPr>
          <p:cNvSpPr>
            <a:spLocks noGrp="1"/>
          </p:cNvSpPr>
          <p:nvPr>
            <p:ph type="sldNum" sz="quarter" idx="10"/>
          </p:nvPr>
        </p:nvSpPr>
        <p:spPr/>
        <p:txBody>
          <a:bodyPr/>
          <a:lstStyle/>
          <a:p>
            <a:fld id="{9FB9FBB1-FD5B-41A6-B84B-A229A6B4BB39}" type="slidenum">
              <a:rPr lang="en-US" altLang="ja-JP" smtClean="0"/>
              <a:pPr/>
              <a:t>10</a:t>
            </a:fld>
            <a:endParaRPr lang="en-US"/>
          </a:p>
        </p:txBody>
      </p:sp>
      <p:sp>
        <p:nvSpPr>
          <p:cNvPr id="3" name="TextBox 2">
            <a:extLst>
              <a:ext uri="{FF2B5EF4-FFF2-40B4-BE49-F238E27FC236}">
                <a16:creationId xmlns:a16="http://schemas.microsoft.com/office/drawing/2014/main" id="{392DDB40-A43A-B2FF-15A0-38A986650F45}"/>
              </a:ext>
            </a:extLst>
          </p:cNvPr>
          <p:cNvSpPr txBox="1"/>
          <p:nvPr/>
        </p:nvSpPr>
        <p:spPr>
          <a:xfrm>
            <a:off x="1511891" y="267128"/>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Creation of My +STORY – Life Journey Image</a:t>
            </a:r>
            <a:endParaRPr lang="en-US" altLang="ja-JP" sz="2000">
              <a:latin typeface="+mj-ea"/>
              <a:ea typeface="+mj-ea"/>
              <a:cs typeface="Arial" panose="020B0604020202020204" pitchFamily="34" charset="0"/>
            </a:endParaRPr>
          </a:p>
        </p:txBody>
      </p:sp>
      <p:grpSp>
        <p:nvGrpSpPr>
          <p:cNvPr id="4" name="Group 3">
            <a:extLst>
              <a:ext uri="{FF2B5EF4-FFF2-40B4-BE49-F238E27FC236}">
                <a16:creationId xmlns:a16="http://schemas.microsoft.com/office/drawing/2014/main" id="{B6AD5DD4-8178-D199-FCD3-217BAEA13DB4}"/>
              </a:ext>
            </a:extLst>
          </p:cNvPr>
          <p:cNvGrpSpPr/>
          <p:nvPr/>
        </p:nvGrpSpPr>
        <p:grpSpPr>
          <a:xfrm>
            <a:off x="199804" y="267128"/>
            <a:ext cx="1348091" cy="346382"/>
            <a:chOff x="127565" y="238493"/>
            <a:chExt cx="1348091" cy="346382"/>
          </a:xfrm>
        </p:grpSpPr>
        <p:sp>
          <p:nvSpPr>
            <p:cNvPr id="5" name="Rectangle 4">
              <a:extLst>
                <a:ext uri="{FF2B5EF4-FFF2-40B4-BE49-F238E27FC236}">
                  <a16:creationId xmlns:a16="http://schemas.microsoft.com/office/drawing/2014/main" id="{5E5CA925-5732-4B81-9031-3F86F3A123BD}"/>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292AF76E-65B7-380C-84B2-37F22CF23B34}"/>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sp>
        <p:nvSpPr>
          <p:cNvPr id="7" name="テキスト プレースホルダー 2">
            <a:extLst>
              <a:ext uri="{FF2B5EF4-FFF2-40B4-BE49-F238E27FC236}">
                <a16:creationId xmlns:a16="http://schemas.microsoft.com/office/drawing/2014/main" id="{1ED44B18-C38B-54C9-8052-BA9A98D36F6B}"/>
              </a:ext>
            </a:extLst>
          </p:cNvPr>
          <p:cNvSpPr txBox="1">
            <a:spLocks/>
          </p:cNvSpPr>
          <p:nvPr/>
        </p:nvSpPr>
        <p:spPr>
          <a:xfrm>
            <a:off x="323528" y="3042922"/>
            <a:ext cx="6327220" cy="1327757"/>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pPr marL="228600" indent="-228600">
              <a:buFont typeface="+mj-lt"/>
              <a:buAutoNum type="arabicPeriod"/>
            </a:pPr>
            <a:r>
              <a:rPr lang="en-US" altLang="ja-JP" sz="1200" b="0">
                <a:latin typeface="Arial" panose="020B0604020202020204" pitchFamily="34" charset="0"/>
                <a:cs typeface="Arial" panose="020B0604020202020204" pitchFamily="34" charset="0"/>
              </a:rPr>
              <a:t>Go to "Insert" Tab: Click on "Shapes" in the toolbar.</a:t>
            </a:r>
          </a:p>
          <a:p>
            <a:pPr marL="228600" indent="-228600">
              <a:buFont typeface="+mj-lt"/>
              <a:buAutoNum type="arabicPeriod"/>
            </a:pPr>
            <a:r>
              <a:rPr lang="en-US" altLang="ja-JP" sz="1200" b="0">
                <a:latin typeface="Arial" panose="020B0604020202020204" pitchFamily="34" charset="0"/>
                <a:cs typeface="Arial" panose="020B0604020202020204" pitchFamily="34" charset="0"/>
              </a:rPr>
              <a:t>Select "Curve" Shape: In the dropdown menu, find the "Curve" tool (usually under "Lines"). </a:t>
            </a:r>
          </a:p>
          <a:p>
            <a:pPr marL="228600" indent="-228600">
              <a:buFont typeface="+mj-lt"/>
              <a:buAutoNum type="arabicPeriod"/>
            </a:pPr>
            <a:r>
              <a:rPr lang="en-US" altLang="ja-JP" sz="1200" b="0">
                <a:latin typeface="Arial" panose="020B0604020202020204" pitchFamily="34" charset="0"/>
                <a:cs typeface="Arial" panose="020B0604020202020204" pitchFamily="34" charset="0"/>
              </a:rPr>
              <a:t>Draw Your Life Journey Image Line: (1) Click once on the timeline to start your line. (2) Click again at each point where your experience shifts (up for positive experiences, down for challenging ones). (3) To complete the line, double-click or connect back to the end point.</a:t>
            </a:r>
          </a:p>
          <a:p>
            <a:pPr marL="228600" indent="-228600">
              <a:buFont typeface="+mj-lt"/>
              <a:buAutoNum type="arabicPeriod"/>
            </a:pPr>
            <a:r>
              <a:rPr lang="en-US" altLang="ja-JP" sz="1200">
                <a:latin typeface="Arial" panose="020B0604020202020204" pitchFamily="34" charset="0"/>
                <a:cs typeface="Arial" panose="020B0604020202020204" pitchFamily="34" charset="0"/>
              </a:rPr>
              <a:t>Print a copy of your MY +STORY Life Journey Image for your discussion group during the workshop.</a:t>
            </a:r>
          </a:p>
        </p:txBody>
      </p:sp>
      <p:pic>
        <p:nvPicPr>
          <p:cNvPr id="8" name="Picture 7">
            <a:extLst>
              <a:ext uri="{FF2B5EF4-FFF2-40B4-BE49-F238E27FC236}">
                <a16:creationId xmlns:a16="http://schemas.microsoft.com/office/drawing/2014/main" id="{605963FD-9081-DC3B-AC23-A843C9412913}"/>
              </a:ext>
            </a:extLst>
          </p:cNvPr>
          <p:cNvPicPr>
            <a:picLocks noChangeAspect="1"/>
          </p:cNvPicPr>
          <p:nvPr/>
        </p:nvPicPr>
        <p:blipFill>
          <a:blip r:embed="rId2"/>
          <a:srcRect l="35738" t="12566" b="9484"/>
          <a:stretch>
            <a:fillRect/>
          </a:stretch>
        </p:blipFill>
        <p:spPr>
          <a:xfrm>
            <a:off x="6897390" y="3119262"/>
            <a:ext cx="1841590" cy="1183741"/>
          </a:xfrm>
          <a:prstGeom prst="rect">
            <a:avLst/>
          </a:prstGeom>
          <a:effectLst>
            <a:outerShdw blurRad="63500" sx="102000" sy="102000" algn="ctr" rotWithShape="0">
              <a:prstClr val="black">
                <a:alpha val="40000"/>
              </a:prstClr>
            </a:outerShdw>
          </a:effectLst>
        </p:spPr>
      </p:pic>
      <p:pic>
        <p:nvPicPr>
          <p:cNvPr id="10" name="図 7">
            <a:extLst>
              <a:ext uri="{FF2B5EF4-FFF2-40B4-BE49-F238E27FC236}">
                <a16:creationId xmlns:a16="http://schemas.microsoft.com/office/drawing/2014/main" id="{83EE9950-8987-80CF-EE81-342F29F7EBA7}"/>
              </a:ext>
            </a:extLst>
          </p:cNvPr>
          <p:cNvPicPr>
            <a:picLocks noChangeAspect="1"/>
          </p:cNvPicPr>
          <p:nvPr/>
        </p:nvPicPr>
        <p:blipFill>
          <a:blip r:embed="rId3"/>
          <a:stretch>
            <a:fillRect/>
          </a:stretch>
        </p:blipFill>
        <p:spPr>
          <a:xfrm>
            <a:off x="4067944" y="743074"/>
            <a:ext cx="3678248" cy="2069015"/>
          </a:xfrm>
          <a:prstGeom prst="rect">
            <a:avLst/>
          </a:prstGeom>
        </p:spPr>
      </p:pic>
      <p:grpSp>
        <p:nvGrpSpPr>
          <p:cNvPr id="12" name="Group 11">
            <a:extLst>
              <a:ext uri="{FF2B5EF4-FFF2-40B4-BE49-F238E27FC236}">
                <a16:creationId xmlns:a16="http://schemas.microsoft.com/office/drawing/2014/main" id="{5BD992CA-437D-7823-68D4-F3C85AD87AD6}"/>
              </a:ext>
            </a:extLst>
          </p:cNvPr>
          <p:cNvGrpSpPr/>
          <p:nvPr/>
        </p:nvGrpSpPr>
        <p:grpSpPr>
          <a:xfrm>
            <a:off x="855847" y="1203598"/>
            <a:ext cx="2376264" cy="680046"/>
            <a:chOff x="6887558" y="3749156"/>
            <a:chExt cx="2376264" cy="680046"/>
          </a:xfrm>
        </p:grpSpPr>
        <p:sp>
          <p:nvSpPr>
            <p:cNvPr id="13" name="TextBox 12">
              <a:extLst>
                <a:ext uri="{FF2B5EF4-FFF2-40B4-BE49-F238E27FC236}">
                  <a16:creationId xmlns:a16="http://schemas.microsoft.com/office/drawing/2014/main" id="{F39A6CDD-9E52-A7BC-83C1-F7937DFF8A9F}"/>
                </a:ext>
              </a:extLst>
            </p:cNvPr>
            <p:cNvSpPr txBox="1"/>
            <p:nvPr/>
          </p:nvSpPr>
          <p:spPr>
            <a:xfrm>
              <a:off x="6887558" y="3967537"/>
              <a:ext cx="2376264" cy="461665"/>
            </a:xfrm>
            <a:prstGeom prst="rect">
              <a:avLst/>
            </a:prstGeom>
            <a:noFill/>
          </p:spPr>
          <p:txBody>
            <a:bodyPr wrap="square">
              <a:spAutoFit/>
            </a:bodyPr>
            <a:lstStyle/>
            <a:p>
              <a:r>
                <a:rPr kumimoji="1" lang="en-AU" altLang="ja-JP" sz="1200">
                  <a:solidFill>
                    <a:schemeClr val="tx1"/>
                  </a:solidFill>
                </a:rPr>
                <a:t>Draw a journey curve connecting the Highs and Lows</a:t>
              </a:r>
              <a:endParaRPr kumimoji="1" lang="en-US" altLang="ja-JP" sz="1200">
                <a:solidFill>
                  <a:schemeClr val="tx1"/>
                </a:solidFill>
              </a:endParaRPr>
            </a:p>
          </p:txBody>
        </p:sp>
        <p:sp>
          <p:nvSpPr>
            <p:cNvPr id="14" name="Rectangle: Rounded Corners 13">
              <a:extLst>
                <a:ext uri="{FF2B5EF4-FFF2-40B4-BE49-F238E27FC236}">
                  <a16:creationId xmlns:a16="http://schemas.microsoft.com/office/drawing/2014/main" id="{D1EBDFCA-C6F9-F44D-C29C-1F53A658E65A}"/>
                </a:ext>
              </a:extLst>
            </p:cNvPr>
            <p:cNvSpPr/>
            <p:nvPr/>
          </p:nvSpPr>
          <p:spPr>
            <a:xfrm>
              <a:off x="7004983" y="3749156"/>
              <a:ext cx="216024" cy="216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100" b="1"/>
                <a:t>5</a:t>
              </a:r>
            </a:p>
          </p:txBody>
        </p:sp>
      </p:grpSp>
      <p:cxnSp>
        <p:nvCxnSpPr>
          <p:cNvPr id="16" name="Straight Arrow Connector 15">
            <a:extLst>
              <a:ext uri="{FF2B5EF4-FFF2-40B4-BE49-F238E27FC236}">
                <a16:creationId xmlns:a16="http://schemas.microsoft.com/office/drawing/2014/main" id="{5B30EC0A-46A4-4C2D-7391-346669CF7353}"/>
              </a:ext>
            </a:extLst>
          </p:cNvPr>
          <p:cNvCxnSpPr>
            <a:cxnSpLocks/>
            <a:stCxn id="13" idx="3"/>
          </p:cNvCxnSpPr>
          <p:nvPr/>
        </p:nvCxnSpPr>
        <p:spPr>
          <a:xfrm>
            <a:off x="3232111" y="1652812"/>
            <a:ext cx="1123865" cy="1247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21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17E5810-8857-4F71-04F2-E9DF1AA69DF3}"/>
              </a:ext>
            </a:extLst>
          </p:cNvPr>
          <p:cNvSpPr>
            <a:spLocks noGrp="1"/>
          </p:cNvSpPr>
          <p:nvPr>
            <p:ph type="sldNum" sz="quarter" idx="10"/>
          </p:nvPr>
        </p:nvSpPr>
        <p:spPr/>
        <p:txBody>
          <a:bodyPr/>
          <a:lstStyle/>
          <a:p>
            <a:fld id="{9FB9FBB1-FD5B-41A6-B84B-A229A6B4BB39}" type="slidenum">
              <a:rPr lang="en-US" altLang="ja-JP" smtClean="0"/>
              <a:pPr/>
              <a:t>11</a:t>
            </a:fld>
            <a:endParaRPr lang="en-US"/>
          </a:p>
        </p:txBody>
      </p:sp>
      <p:grpSp>
        <p:nvGrpSpPr>
          <p:cNvPr id="3" name="Group 2">
            <a:extLst>
              <a:ext uri="{FF2B5EF4-FFF2-40B4-BE49-F238E27FC236}">
                <a16:creationId xmlns:a16="http://schemas.microsoft.com/office/drawing/2014/main" id="{B6A9C421-8305-F8D1-236A-D29C66F51831}"/>
              </a:ext>
            </a:extLst>
          </p:cNvPr>
          <p:cNvGrpSpPr/>
          <p:nvPr/>
        </p:nvGrpSpPr>
        <p:grpSpPr>
          <a:xfrm>
            <a:off x="251520" y="236364"/>
            <a:ext cx="1348091" cy="346382"/>
            <a:chOff x="127565" y="238493"/>
            <a:chExt cx="1348091" cy="346382"/>
          </a:xfrm>
        </p:grpSpPr>
        <p:sp>
          <p:nvSpPr>
            <p:cNvPr id="4" name="Rectangle 3">
              <a:extLst>
                <a:ext uri="{FF2B5EF4-FFF2-40B4-BE49-F238E27FC236}">
                  <a16:creationId xmlns:a16="http://schemas.microsoft.com/office/drawing/2014/main" id="{3CDE6614-4A5F-D7E1-B689-9A105F254A89}"/>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E23C2F8B-76C2-8663-05A7-AAF93803E46E}"/>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pic>
        <p:nvPicPr>
          <p:cNvPr id="6" name="図 7">
            <a:extLst>
              <a:ext uri="{FF2B5EF4-FFF2-40B4-BE49-F238E27FC236}">
                <a16:creationId xmlns:a16="http://schemas.microsoft.com/office/drawing/2014/main" id="{04435812-60C5-E2EB-2B2A-0EC7FB06E909}"/>
              </a:ext>
            </a:extLst>
          </p:cNvPr>
          <p:cNvPicPr>
            <a:picLocks noChangeAspect="1"/>
          </p:cNvPicPr>
          <p:nvPr/>
        </p:nvPicPr>
        <p:blipFill>
          <a:blip r:embed="rId2"/>
          <a:stretch>
            <a:fillRect/>
          </a:stretch>
        </p:blipFill>
        <p:spPr>
          <a:xfrm>
            <a:off x="287523" y="671593"/>
            <a:ext cx="8511703" cy="4286132"/>
          </a:xfrm>
          <a:prstGeom prst="rect">
            <a:avLst/>
          </a:prstGeom>
        </p:spPr>
      </p:pic>
    </p:spTree>
    <p:extLst>
      <p:ext uri="{BB962C8B-B14F-4D97-AF65-F5344CB8AC3E}">
        <p14:creationId xmlns:p14="http://schemas.microsoft.com/office/powerpoint/2010/main" val="1486008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1">
            <a:extLst>
              <a:ext uri="{FF2B5EF4-FFF2-40B4-BE49-F238E27FC236}">
                <a16:creationId xmlns:a16="http://schemas.microsoft.com/office/drawing/2014/main" id="{41876EF8-ECB5-B7BB-8D84-069053D11C3E}"/>
              </a:ext>
            </a:extLst>
          </p:cNvPr>
          <p:cNvSpPr/>
          <p:nvPr/>
        </p:nvSpPr>
        <p:spPr>
          <a:xfrm>
            <a:off x="175895" y="675759"/>
            <a:ext cx="8800774" cy="1841064"/>
          </a:xfrm>
          <a:prstGeom prst="rect">
            <a:avLst/>
          </a:prstGeom>
          <a:solidFill>
            <a:srgbClr val="01916D">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1" lang="ja-JP" altLang="en-US" sz="1426" b="0" i="0" u="none" strike="noStrike" kern="1200" cap="none" spc="0" normalizeH="0" baseline="0" noProof="0" dirty="0">
              <a:ln>
                <a:noFill/>
              </a:ln>
              <a:solidFill>
                <a:prstClr val="white"/>
              </a:solidFill>
              <a:effectLst/>
              <a:uLnTx/>
              <a:uFillTx/>
              <a:latin typeface="Arial"/>
              <a:ea typeface="メイリオ"/>
              <a:cs typeface="+mn-cs"/>
            </a:endParaRPr>
          </a:p>
        </p:txBody>
      </p:sp>
      <p:cxnSp>
        <p:nvCxnSpPr>
          <p:cNvPr id="3" name="Straight Connector 7">
            <a:extLst>
              <a:ext uri="{FF2B5EF4-FFF2-40B4-BE49-F238E27FC236}">
                <a16:creationId xmlns:a16="http://schemas.microsoft.com/office/drawing/2014/main" id="{01D0E668-9E53-9717-280C-0A02961EA311}"/>
              </a:ext>
            </a:extLst>
          </p:cNvPr>
          <p:cNvCxnSpPr>
            <a:cxnSpLocks/>
            <a:stCxn id="14" idx="1"/>
          </p:cNvCxnSpPr>
          <p:nvPr/>
        </p:nvCxnSpPr>
        <p:spPr>
          <a:xfrm flipH="1">
            <a:off x="167331" y="774043"/>
            <a:ext cx="8564" cy="3751088"/>
          </a:xfrm>
          <a:prstGeom prst="line">
            <a:avLst/>
          </a:prstGeom>
          <a:ln>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sp>
        <p:nvSpPr>
          <p:cNvPr id="4" name="TextBox 15">
            <a:extLst>
              <a:ext uri="{FF2B5EF4-FFF2-40B4-BE49-F238E27FC236}">
                <a16:creationId xmlns:a16="http://schemas.microsoft.com/office/drawing/2014/main" id="{8098BF05-C5F3-4964-D526-881236A02964}"/>
              </a:ext>
            </a:extLst>
          </p:cNvPr>
          <p:cNvSpPr txBox="1"/>
          <p:nvPr/>
        </p:nvSpPr>
        <p:spPr>
          <a:xfrm>
            <a:off x="1583899" y="278190"/>
            <a:ext cx="3434150" cy="338554"/>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prstClr val="black"/>
                </a:solidFill>
                <a:effectLst/>
                <a:uLnTx/>
                <a:uFillTx/>
                <a:latin typeface="メイリオ"/>
                <a:ea typeface="メイリオ"/>
                <a:cs typeface="Arial" panose="020B0604020202020204" pitchFamily="34" charset="0"/>
              </a:rPr>
              <a:t>MY +STORY Life Journey </a:t>
            </a:r>
            <a:endParaRPr kumimoji="0" lang="ja-JP" altLang="en-US" sz="16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6" name="正方形/長方形 12">
            <a:extLst>
              <a:ext uri="{FF2B5EF4-FFF2-40B4-BE49-F238E27FC236}">
                <a16:creationId xmlns:a16="http://schemas.microsoft.com/office/drawing/2014/main" id="{606FDEA3-BD35-CE44-ABC7-797580FCEB6F}"/>
              </a:ext>
            </a:extLst>
          </p:cNvPr>
          <p:cNvSpPr/>
          <p:nvPr/>
        </p:nvSpPr>
        <p:spPr>
          <a:xfrm>
            <a:off x="151823" y="2571750"/>
            <a:ext cx="8809091" cy="1976707"/>
          </a:xfrm>
          <a:prstGeom prst="rect">
            <a:avLst/>
          </a:pr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1" lang="ja-JP" altLang="en-US" sz="1426" b="0" i="0" u="none" strike="noStrike" kern="1200" cap="none" spc="0" normalizeH="0" baseline="0" noProof="0" dirty="0">
              <a:ln>
                <a:noFill/>
              </a:ln>
              <a:solidFill>
                <a:prstClr val="white"/>
              </a:solidFill>
              <a:effectLst/>
              <a:uLnTx/>
              <a:uFillTx/>
              <a:latin typeface="Arial"/>
              <a:ea typeface="メイリオ"/>
              <a:cs typeface="+mn-cs"/>
            </a:endParaRPr>
          </a:p>
        </p:txBody>
      </p:sp>
      <p:sp>
        <p:nvSpPr>
          <p:cNvPr id="8" name="正方形/長方形 3">
            <a:extLst>
              <a:ext uri="{FF2B5EF4-FFF2-40B4-BE49-F238E27FC236}">
                <a16:creationId xmlns:a16="http://schemas.microsoft.com/office/drawing/2014/main" id="{04E93311-D91B-2A5F-4590-D12818F9AB83}"/>
              </a:ext>
            </a:extLst>
          </p:cNvPr>
          <p:cNvSpPr/>
          <p:nvPr/>
        </p:nvSpPr>
        <p:spPr>
          <a:xfrm>
            <a:off x="151823" y="4696479"/>
            <a:ext cx="4564194" cy="397145"/>
          </a:xfrm>
          <a:prstGeom prst="rect">
            <a:avLst/>
          </a:prstGeom>
          <a:solidFill>
            <a:srgbClr val="01916D">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dirty="0">
              <a:ln>
                <a:noFill/>
              </a:ln>
              <a:solidFill>
                <a:schemeClr val="tx1"/>
              </a:solidFill>
              <a:effectLst/>
              <a:uLnTx/>
              <a:uFillTx/>
              <a:latin typeface="Arial"/>
              <a:ea typeface="メイリオ"/>
              <a:cs typeface="+mn-cs"/>
            </a:endParaRPr>
          </a:p>
        </p:txBody>
      </p:sp>
      <p:sp>
        <p:nvSpPr>
          <p:cNvPr id="9" name="テキスト ボックス 4">
            <a:extLst>
              <a:ext uri="{FF2B5EF4-FFF2-40B4-BE49-F238E27FC236}">
                <a16:creationId xmlns:a16="http://schemas.microsoft.com/office/drawing/2014/main" id="{269144F8-29F6-48C7-AA8D-9DDCFA7F1C06}"/>
              </a:ext>
            </a:extLst>
          </p:cNvPr>
          <p:cNvSpPr txBox="1"/>
          <p:nvPr/>
        </p:nvSpPr>
        <p:spPr>
          <a:xfrm>
            <a:off x="79816" y="4526921"/>
            <a:ext cx="3744416" cy="261610"/>
          </a:xfrm>
          <a:prstGeom prst="rect">
            <a:avLst/>
          </a:prstGeom>
          <a:noFill/>
        </p:spPr>
        <p:txBody>
          <a:bodyPr wrap="squar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black"/>
                </a:solidFill>
                <a:effectLst/>
                <a:uLnTx/>
                <a:uFillTx/>
                <a:latin typeface="Arial"/>
                <a:ea typeface="メイリオ"/>
                <a:cs typeface="+mn-cs"/>
              </a:rPr>
              <a:t>Common factor(s) of the Highs</a:t>
            </a:r>
            <a:endParaRPr kumimoji="1" lang="ja-JP" altLang="en-US" sz="1050" b="1" i="0" u="none" strike="noStrike" kern="1200" cap="none" spc="0" normalizeH="0" baseline="0" noProof="0">
              <a:ln>
                <a:noFill/>
              </a:ln>
              <a:solidFill>
                <a:prstClr val="black"/>
              </a:solidFill>
              <a:effectLst/>
              <a:uLnTx/>
              <a:uFillTx/>
              <a:latin typeface="Arial"/>
              <a:ea typeface="メイリオ"/>
              <a:cs typeface="+mn-cs"/>
            </a:endParaRPr>
          </a:p>
        </p:txBody>
      </p:sp>
      <p:sp>
        <p:nvSpPr>
          <p:cNvPr id="10" name="テキスト ボックス 5">
            <a:extLst>
              <a:ext uri="{FF2B5EF4-FFF2-40B4-BE49-F238E27FC236}">
                <a16:creationId xmlns:a16="http://schemas.microsoft.com/office/drawing/2014/main" id="{9B87B460-8D47-E7FE-22D7-807A21E23963}"/>
              </a:ext>
            </a:extLst>
          </p:cNvPr>
          <p:cNvSpPr txBox="1"/>
          <p:nvPr/>
        </p:nvSpPr>
        <p:spPr>
          <a:xfrm>
            <a:off x="4716017" y="4532388"/>
            <a:ext cx="3744416" cy="261610"/>
          </a:xfrm>
          <a:prstGeom prst="rect">
            <a:avLst/>
          </a:prstGeom>
          <a:noFill/>
        </p:spPr>
        <p:txBody>
          <a:bodyPr wrap="squar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US" altLang="ja-JP" sz="1050" b="1" i="0" u="none" strike="noStrike" kern="1200" cap="none" spc="0" normalizeH="0" baseline="0" noProof="0">
                <a:ln>
                  <a:noFill/>
                </a:ln>
                <a:solidFill>
                  <a:prstClr val="black"/>
                </a:solidFill>
                <a:effectLst/>
                <a:uLnTx/>
                <a:uFillTx/>
                <a:latin typeface="Arial"/>
                <a:ea typeface="メイリオ"/>
                <a:cs typeface="+mn-cs"/>
              </a:rPr>
              <a:t>Common factor(s) of the Lows</a:t>
            </a:r>
            <a:endParaRPr kumimoji="1" lang="ja-JP" altLang="en-US" sz="1050" b="1" i="0" u="none" strike="noStrike" kern="1200" cap="none" spc="0" normalizeH="0" baseline="0" noProof="0">
              <a:ln>
                <a:noFill/>
              </a:ln>
              <a:solidFill>
                <a:prstClr val="black"/>
              </a:solidFill>
              <a:effectLst/>
              <a:uLnTx/>
              <a:uFillTx/>
              <a:latin typeface="Arial"/>
              <a:ea typeface="メイリオ"/>
              <a:cs typeface="+mn-cs"/>
            </a:endParaRPr>
          </a:p>
        </p:txBody>
      </p:sp>
      <p:grpSp>
        <p:nvGrpSpPr>
          <p:cNvPr id="11" name="Group 10">
            <a:extLst>
              <a:ext uri="{FF2B5EF4-FFF2-40B4-BE49-F238E27FC236}">
                <a16:creationId xmlns:a16="http://schemas.microsoft.com/office/drawing/2014/main" id="{7DFD2FE8-BAFA-208D-0593-B4CECC358E4F}"/>
              </a:ext>
            </a:extLst>
          </p:cNvPr>
          <p:cNvGrpSpPr/>
          <p:nvPr/>
        </p:nvGrpSpPr>
        <p:grpSpPr>
          <a:xfrm>
            <a:off x="199804" y="267128"/>
            <a:ext cx="1348091" cy="346382"/>
            <a:chOff x="127565" y="238493"/>
            <a:chExt cx="1348091" cy="346382"/>
          </a:xfrm>
        </p:grpSpPr>
        <p:sp>
          <p:nvSpPr>
            <p:cNvPr id="12" name="Rectangle 11">
              <a:extLst>
                <a:ext uri="{FF2B5EF4-FFF2-40B4-BE49-F238E27FC236}">
                  <a16:creationId xmlns:a16="http://schemas.microsoft.com/office/drawing/2014/main" id="{22BE54C4-6CAF-2D46-725A-6872136FA14B}"/>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13" name="TextBox 12">
              <a:extLst>
                <a:ext uri="{FF2B5EF4-FFF2-40B4-BE49-F238E27FC236}">
                  <a16:creationId xmlns:a16="http://schemas.microsoft.com/office/drawing/2014/main" id="{56EEDC42-56E8-B674-4865-743EAF7DF14F}"/>
                </a:ext>
              </a:extLst>
            </p:cNvPr>
            <p:cNvSpPr txBox="1"/>
            <p:nvPr/>
          </p:nvSpPr>
          <p:spPr>
            <a:xfrm>
              <a:off x="163569" y="246321"/>
              <a:ext cx="1240079" cy="338554"/>
            </a:xfrm>
            <a:prstGeom prst="rect">
              <a:avLst/>
            </a:prstGeom>
            <a:noFill/>
          </p:spPr>
          <p:txBody>
            <a:bodyPr wrap="square" rtlCol="0">
              <a:spAutoFit/>
            </a:bodyPr>
            <a:lstStyle/>
            <a:p>
              <a:pPr marL="0" marR="0" lvl="0" indent="0" algn="ctr" defTabSz="362148"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white"/>
                  </a:solidFill>
                  <a:effectLst/>
                  <a:uLnTx/>
                  <a:uFillTx/>
                  <a:latin typeface="メイリオ"/>
                  <a:ea typeface="メイリオ"/>
                  <a:cs typeface="+mn-cs"/>
                </a:rPr>
                <a:t>Prework</a:t>
              </a:r>
            </a:p>
          </p:txBody>
        </p:sp>
      </p:grpSp>
      <p:sp>
        <p:nvSpPr>
          <p:cNvPr id="14" name="Arrow: Pentagon 13">
            <a:extLst>
              <a:ext uri="{FF2B5EF4-FFF2-40B4-BE49-F238E27FC236}">
                <a16:creationId xmlns:a16="http://schemas.microsoft.com/office/drawing/2014/main" id="{8F56431F-3F37-0037-08C2-2629810D9446}"/>
              </a:ext>
            </a:extLst>
          </p:cNvPr>
          <p:cNvSpPr/>
          <p:nvPr/>
        </p:nvSpPr>
        <p:spPr>
          <a:xfrm>
            <a:off x="175895" y="683694"/>
            <a:ext cx="5084953" cy="180698"/>
          </a:xfrm>
          <a:prstGeom prst="homePlate">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r>
              <a:rPr kumimoji="1" lang="en-US" altLang="ja-JP" sz="900" b="1" i="0" u="none" strike="noStrike" kern="1200" cap="none" spc="600" normalizeH="0" baseline="0" noProof="0">
                <a:ln>
                  <a:noFill/>
                </a:ln>
                <a:solidFill>
                  <a:prstClr val="white"/>
                </a:solidFill>
                <a:effectLst/>
                <a:uLnTx/>
                <a:uFillTx/>
                <a:latin typeface="Arial" panose="020B0604020202020204" pitchFamily="34" charset="0"/>
                <a:ea typeface="メイリオ"/>
                <a:cs typeface="Arial" panose="020B0604020202020204" pitchFamily="34" charset="0"/>
              </a:rPr>
              <a:t>PAST</a:t>
            </a:r>
            <a:endParaRPr kumimoji="1" lang="ja-JP" altLang="en-US" sz="900" b="1" i="0" u="none" strike="noStrike" kern="1200" cap="none" spc="600" normalizeH="0" baseline="0" noProof="0">
              <a:ln>
                <a:noFill/>
              </a:ln>
              <a:solidFill>
                <a:prstClr val="white"/>
              </a:solidFill>
              <a:effectLst/>
              <a:uLnTx/>
              <a:uFillTx/>
              <a:latin typeface="Arial" panose="020B0604020202020204" pitchFamily="34" charset="0"/>
              <a:ea typeface="メイリオ"/>
              <a:cs typeface="Arial" panose="020B0604020202020204" pitchFamily="34" charset="0"/>
            </a:endParaRPr>
          </a:p>
        </p:txBody>
      </p:sp>
      <p:sp>
        <p:nvSpPr>
          <p:cNvPr id="15" name="Arrow: Pentagon 14">
            <a:extLst>
              <a:ext uri="{FF2B5EF4-FFF2-40B4-BE49-F238E27FC236}">
                <a16:creationId xmlns:a16="http://schemas.microsoft.com/office/drawing/2014/main" id="{B84B8581-7249-9377-2176-6B00D29E4AAF}"/>
              </a:ext>
            </a:extLst>
          </p:cNvPr>
          <p:cNvSpPr/>
          <p:nvPr/>
        </p:nvSpPr>
        <p:spPr>
          <a:xfrm>
            <a:off x="5260848" y="680804"/>
            <a:ext cx="3725129" cy="180699"/>
          </a:xfrm>
          <a:prstGeom prst="homePlate">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600" normalizeH="0" baseline="0" noProof="0">
                <a:ln>
                  <a:noFill/>
                </a:ln>
                <a:solidFill>
                  <a:prstClr val="white"/>
                </a:solidFill>
                <a:effectLst/>
                <a:uLnTx/>
                <a:uFillTx/>
                <a:latin typeface="Arial" panose="020B0604020202020204" pitchFamily="34" charset="0"/>
                <a:ea typeface="メイリオ"/>
                <a:cs typeface="Arial" panose="020B0604020202020204" pitchFamily="34" charset="0"/>
              </a:rPr>
              <a:t>PRESENT</a:t>
            </a:r>
            <a:endParaRPr kumimoji="1" lang="ja-JP" altLang="en-US" sz="800" b="1" i="0" u="none" strike="noStrike" kern="1200" cap="none" spc="600" normalizeH="0" baseline="0" noProof="0">
              <a:ln>
                <a:noFill/>
              </a:ln>
              <a:solidFill>
                <a:prstClr val="white"/>
              </a:solidFill>
              <a:effectLst/>
              <a:uLnTx/>
              <a:uFillTx/>
              <a:latin typeface="Arial" panose="020B0604020202020204" pitchFamily="34" charset="0"/>
              <a:ea typeface="メイリオ"/>
              <a:cs typeface="Arial" panose="020B0604020202020204" pitchFamily="34" charset="0"/>
            </a:endParaRPr>
          </a:p>
        </p:txBody>
      </p:sp>
      <p:sp>
        <p:nvSpPr>
          <p:cNvPr id="7" name="正方形/長方形 2">
            <a:extLst>
              <a:ext uri="{FF2B5EF4-FFF2-40B4-BE49-F238E27FC236}">
                <a16:creationId xmlns:a16="http://schemas.microsoft.com/office/drawing/2014/main" id="{34ADC2A9-2A62-2FBE-A797-FF66DD9D7222}"/>
              </a:ext>
            </a:extLst>
          </p:cNvPr>
          <p:cNvSpPr/>
          <p:nvPr/>
        </p:nvSpPr>
        <p:spPr>
          <a:xfrm>
            <a:off x="4788024" y="4707618"/>
            <a:ext cx="4220955" cy="392102"/>
          </a:xfrm>
          <a:prstGeom prst="rect">
            <a:avLst/>
          </a:prstGeom>
          <a:solidFill>
            <a:srgbClr val="FFC000">
              <a:alpha val="1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1200" cap="none" spc="0" normalizeH="0" baseline="0" noProof="0" dirty="0">
              <a:ln>
                <a:noFill/>
              </a:ln>
              <a:solidFill>
                <a:schemeClr val="tx1"/>
              </a:solidFill>
              <a:effectLst/>
              <a:uLnTx/>
              <a:uFillTx/>
              <a:latin typeface="Arial"/>
              <a:ea typeface="メイリオ"/>
              <a:cs typeface="+mn-cs"/>
            </a:endParaRPr>
          </a:p>
        </p:txBody>
      </p:sp>
      <p:cxnSp>
        <p:nvCxnSpPr>
          <p:cNvPr id="17" name="Straight Connector 7">
            <a:extLst>
              <a:ext uri="{FF2B5EF4-FFF2-40B4-BE49-F238E27FC236}">
                <a16:creationId xmlns:a16="http://schemas.microsoft.com/office/drawing/2014/main" id="{72C701A2-237C-7E18-8393-7D559D9BA8A3}"/>
              </a:ext>
            </a:extLst>
          </p:cNvPr>
          <p:cNvCxnSpPr>
            <a:cxnSpLocks/>
          </p:cNvCxnSpPr>
          <p:nvPr/>
        </p:nvCxnSpPr>
        <p:spPr>
          <a:xfrm flipH="1">
            <a:off x="167331" y="4525131"/>
            <a:ext cx="8723908" cy="7257"/>
          </a:xfrm>
          <a:prstGeom prst="line">
            <a:avLst/>
          </a:prstGeom>
          <a:ln>
            <a:solidFill>
              <a:schemeClr val="accent6">
                <a:lumMod val="75000"/>
              </a:schemeClr>
            </a:solidFill>
          </a:ln>
        </p:spPr>
        <p:style>
          <a:lnRef idx="3">
            <a:schemeClr val="accent1"/>
          </a:lnRef>
          <a:fillRef idx="0">
            <a:schemeClr val="accent1"/>
          </a:fillRef>
          <a:effectRef idx="2">
            <a:schemeClr val="accent1"/>
          </a:effectRef>
          <a:fontRef idx="minor">
            <a:schemeClr val="tx1"/>
          </a:fontRef>
        </p:style>
      </p:cxnSp>
      <p:sp>
        <p:nvSpPr>
          <p:cNvPr id="20" name="TextBox 19">
            <a:extLst>
              <a:ext uri="{FF2B5EF4-FFF2-40B4-BE49-F238E27FC236}">
                <a16:creationId xmlns:a16="http://schemas.microsoft.com/office/drawing/2014/main" id="{041CAED5-8D69-7752-E38F-294C0972D607}"/>
              </a:ext>
            </a:extLst>
          </p:cNvPr>
          <p:cNvSpPr txBox="1"/>
          <p:nvPr/>
        </p:nvSpPr>
        <p:spPr>
          <a:xfrm>
            <a:off x="4720549" y="287166"/>
            <a:ext cx="774571" cy="307777"/>
          </a:xfrm>
          <a:prstGeom prst="rect">
            <a:avLst/>
          </a:prstGeom>
          <a:noFill/>
        </p:spPr>
        <p:txBody>
          <a:bodyPr wrap="non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prstClr val="black"/>
                </a:solidFill>
                <a:effectLst/>
                <a:uLnTx/>
                <a:uFillTx/>
                <a:latin typeface="メイリオ"/>
                <a:ea typeface="メイリオ"/>
                <a:cs typeface="+mn-cs"/>
              </a:rPr>
              <a:t>Name</a:t>
            </a:r>
            <a:r>
              <a:rPr lang="en-AU" sz="1400" dirty="0">
                <a:solidFill>
                  <a:prstClr val="black"/>
                </a:solidFill>
                <a:latin typeface="メイリオ"/>
                <a:ea typeface="メイリオ"/>
              </a:rPr>
              <a:t>:</a:t>
            </a:r>
            <a:endParaRPr kumimoji="0" lang="en-AU" sz="1400" b="0" i="0" u="none" strike="noStrike" kern="1200" cap="none" spc="0" normalizeH="0" baseline="0" noProof="0" dirty="0">
              <a:ln>
                <a:noFill/>
              </a:ln>
              <a:solidFill>
                <a:prstClr val="black"/>
              </a:solidFill>
              <a:effectLst/>
              <a:uLnTx/>
              <a:uFillTx/>
              <a:latin typeface="メイリオ"/>
              <a:ea typeface="メイリオ"/>
              <a:cs typeface="+mn-cs"/>
            </a:endParaRPr>
          </a:p>
        </p:txBody>
      </p:sp>
    </p:spTree>
    <p:extLst>
      <p:ext uri="{BB962C8B-B14F-4D97-AF65-F5344CB8AC3E}">
        <p14:creationId xmlns:p14="http://schemas.microsoft.com/office/powerpoint/2010/main" val="3973515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28B80BF-7C9F-04CA-C311-89AA02BCE5DF}"/>
              </a:ext>
            </a:extLst>
          </p:cNvPr>
          <p:cNvSpPr>
            <a:spLocks noGrp="1"/>
          </p:cNvSpPr>
          <p:nvPr>
            <p:ph type="sldNum" sz="quarter" idx="10"/>
          </p:nvPr>
        </p:nvSpPr>
        <p:spPr/>
        <p:txBody>
          <a:bodyPr/>
          <a:lstStyle/>
          <a:p>
            <a:fld id="{9FB9FBB1-FD5B-41A6-B84B-A229A6B4BB39}" type="slidenum">
              <a:rPr lang="en-US" altLang="ja-JP" smtClean="0"/>
              <a:pPr/>
              <a:t>13</a:t>
            </a:fld>
            <a:endParaRPr lang="en-US"/>
          </a:p>
        </p:txBody>
      </p:sp>
      <p:sp>
        <p:nvSpPr>
          <p:cNvPr id="3" name="テキスト ボックス 21">
            <a:extLst>
              <a:ext uri="{FF2B5EF4-FFF2-40B4-BE49-F238E27FC236}">
                <a16:creationId xmlns:a16="http://schemas.microsoft.com/office/drawing/2014/main" id="{BEE85878-9F9C-7BC1-B558-EB771D43A591}"/>
              </a:ext>
            </a:extLst>
          </p:cNvPr>
          <p:cNvSpPr txBox="1"/>
          <p:nvPr/>
        </p:nvSpPr>
        <p:spPr>
          <a:xfrm>
            <a:off x="347937" y="1404908"/>
            <a:ext cx="4186782" cy="1277273"/>
          </a:xfrm>
          <a:prstGeom prst="rect">
            <a:avLst/>
          </a:prstGeom>
          <a:solidFill>
            <a:schemeClr val="accent3"/>
          </a:solidFill>
        </p:spPr>
        <p:txBody>
          <a:bodyPr wrap="square">
            <a:spAutoFit/>
          </a:bodyPr>
          <a:lstStyle/>
          <a:p>
            <a:r>
              <a:rPr lang="en-US" altLang="ja-JP" sz="1100" b="1" u="sng"/>
              <a:t>In the Workplace</a:t>
            </a:r>
          </a:p>
          <a:p>
            <a:r>
              <a:rPr lang="en-US" altLang="ja-JP" sz="1100"/>
              <a:t>1. </a:t>
            </a:r>
            <a:r>
              <a:rPr lang="en-US" altLang="ja-JP" sz="1100" b="1"/>
              <a:t>Mentorship: </a:t>
            </a:r>
            <a:r>
              <a:rPr lang="en-US" altLang="ja-JP" sz="1100"/>
              <a:t>Guiding a junior colleague by sharing knowledge and providing feedback that helps them develop skills and confidence.</a:t>
            </a:r>
          </a:p>
          <a:p>
            <a:r>
              <a:rPr lang="en-US" altLang="ja-JP" sz="1100"/>
              <a:t>   </a:t>
            </a:r>
          </a:p>
          <a:p>
            <a:r>
              <a:rPr lang="en-US" altLang="ja-JP" sz="1100"/>
              <a:t>2. </a:t>
            </a:r>
            <a:r>
              <a:rPr lang="en-US" altLang="ja-JP" sz="1100" b="1"/>
              <a:t>Creating an Inclusive Environment</a:t>
            </a:r>
            <a:r>
              <a:rPr lang="en-US" altLang="ja-JP" sz="1100"/>
              <a:t>: Encouraging diverse perspectives and ensuring everyone feels valued.</a:t>
            </a:r>
          </a:p>
        </p:txBody>
      </p:sp>
      <p:sp>
        <p:nvSpPr>
          <p:cNvPr id="4" name="テキスト ボックス 23">
            <a:extLst>
              <a:ext uri="{FF2B5EF4-FFF2-40B4-BE49-F238E27FC236}">
                <a16:creationId xmlns:a16="http://schemas.microsoft.com/office/drawing/2014/main" id="{DF162305-D2F7-901A-9D9B-439718591425}"/>
              </a:ext>
            </a:extLst>
          </p:cNvPr>
          <p:cNvSpPr txBox="1"/>
          <p:nvPr/>
        </p:nvSpPr>
        <p:spPr>
          <a:xfrm>
            <a:off x="4595579" y="1409630"/>
            <a:ext cx="4186783" cy="1277273"/>
          </a:xfrm>
          <a:prstGeom prst="rect">
            <a:avLst/>
          </a:prstGeom>
          <a:solidFill>
            <a:schemeClr val="accent3"/>
          </a:solidFill>
        </p:spPr>
        <p:txBody>
          <a:bodyPr wrap="square">
            <a:spAutoFit/>
          </a:bodyPr>
          <a:lstStyle/>
          <a:p>
            <a:r>
              <a:rPr lang="en-US" altLang="ja-JP" sz="1100" b="1" u="sng"/>
              <a:t>In the Community</a:t>
            </a:r>
          </a:p>
          <a:p>
            <a:r>
              <a:rPr lang="en-US" altLang="ja-JP" sz="1100"/>
              <a:t>1. </a:t>
            </a:r>
            <a:r>
              <a:rPr lang="en-US" altLang="ja-JP" sz="1100" b="1"/>
              <a:t>Volunteerism: </a:t>
            </a:r>
            <a:r>
              <a:rPr lang="en-US" altLang="ja-JP" sz="1100"/>
              <a:t>Contributing time or resources to help those in need.</a:t>
            </a:r>
          </a:p>
          <a:p>
            <a:endParaRPr lang="en-US" altLang="ja-JP" sz="1100"/>
          </a:p>
          <a:p>
            <a:endParaRPr lang="en-US" altLang="ja-JP" sz="1100"/>
          </a:p>
          <a:p>
            <a:r>
              <a:rPr lang="en-US" altLang="ja-JP" sz="1100"/>
              <a:t>2. </a:t>
            </a:r>
            <a:r>
              <a:rPr lang="en-US" altLang="ja-JP" sz="1100" b="1"/>
              <a:t>Environmental Stewardship: </a:t>
            </a:r>
            <a:r>
              <a:rPr lang="en-US" altLang="ja-JP" sz="1100"/>
              <a:t>Encouraging sustainable practices that benefit others in the long term.</a:t>
            </a:r>
          </a:p>
        </p:txBody>
      </p:sp>
      <p:sp>
        <p:nvSpPr>
          <p:cNvPr id="5" name="テキスト ボックス 25">
            <a:extLst>
              <a:ext uri="{FF2B5EF4-FFF2-40B4-BE49-F238E27FC236}">
                <a16:creationId xmlns:a16="http://schemas.microsoft.com/office/drawing/2014/main" id="{34112BE8-F610-64A2-BC96-09CAFC4D1263}"/>
              </a:ext>
            </a:extLst>
          </p:cNvPr>
          <p:cNvSpPr txBox="1"/>
          <p:nvPr/>
        </p:nvSpPr>
        <p:spPr>
          <a:xfrm>
            <a:off x="347937" y="666825"/>
            <a:ext cx="8400293" cy="646331"/>
          </a:xfrm>
          <a:prstGeom prst="rect">
            <a:avLst/>
          </a:prstGeom>
          <a:noFill/>
        </p:spPr>
        <p:txBody>
          <a:bodyPr wrap="square">
            <a:spAutoFit/>
          </a:bodyPr>
          <a:lstStyle/>
          <a:p>
            <a:r>
              <a:rPr lang="en-US" altLang="ja-JP" sz="1200"/>
              <a:t>Having a positive impact on others means influencing or contributing to their well-being, growth, happiness, or success in a meaningful way. It involves actions, attitudes, or words that uplift, support, or inspire others. Here are examples of what this could look like in different contexts:</a:t>
            </a:r>
          </a:p>
        </p:txBody>
      </p:sp>
      <p:sp>
        <p:nvSpPr>
          <p:cNvPr id="6" name="テキスト ボックス 27">
            <a:extLst>
              <a:ext uri="{FF2B5EF4-FFF2-40B4-BE49-F238E27FC236}">
                <a16:creationId xmlns:a16="http://schemas.microsoft.com/office/drawing/2014/main" id="{D0F8C34C-6B74-B66E-0A71-DEA3890A80CB}"/>
              </a:ext>
            </a:extLst>
          </p:cNvPr>
          <p:cNvSpPr txBox="1"/>
          <p:nvPr/>
        </p:nvSpPr>
        <p:spPr>
          <a:xfrm>
            <a:off x="385445" y="4083918"/>
            <a:ext cx="8400293" cy="646331"/>
          </a:xfrm>
          <a:prstGeom prst="rect">
            <a:avLst/>
          </a:prstGeom>
          <a:noFill/>
        </p:spPr>
        <p:txBody>
          <a:bodyPr wrap="square">
            <a:spAutoFit/>
          </a:bodyPr>
          <a:lstStyle/>
          <a:p>
            <a:r>
              <a:rPr lang="en-US" altLang="ja-JP" sz="1200"/>
              <a:t>Having a positive impact is not about grand gestures but about being mindful of how your actions and words influence others. It’s about creating ripples of good that contribute to a better environment for those around you AND also provide you with the satisfaction that comes from interacting with others.</a:t>
            </a:r>
            <a:endParaRPr lang="ja-JP" altLang="en-US" sz="1200"/>
          </a:p>
        </p:txBody>
      </p:sp>
      <p:sp>
        <p:nvSpPr>
          <p:cNvPr id="7" name="テキスト ボックス 29">
            <a:extLst>
              <a:ext uri="{FF2B5EF4-FFF2-40B4-BE49-F238E27FC236}">
                <a16:creationId xmlns:a16="http://schemas.microsoft.com/office/drawing/2014/main" id="{5098E982-5106-83A1-98C5-10BD350C0BD7}"/>
              </a:ext>
            </a:extLst>
          </p:cNvPr>
          <p:cNvSpPr txBox="1"/>
          <p:nvPr/>
        </p:nvSpPr>
        <p:spPr>
          <a:xfrm>
            <a:off x="334000" y="2790014"/>
            <a:ext cx="4186782" cy="1277273"/>
          </a:xfrm>
          <a:prstGeom prst="rect">
            <a:avLst/>
          </a:prstGeom>
          <a:solidFill>
            <a:schemeClr val="accent3"/>
          </a:solidFill>
        </p:spPr>
        <p:txBody>
          <a:bodyPr wrap="square">
            <a:spAutoFit/>
          </a:bodyPr>
          <a:lstStyle/>
          <a:p>
            <a:r>
              <a:rPr lang="en-US" altLang="ja-JP" sz="1100" b="1" u="sng"/>
              <a:t>In Personal Relationships</a:t>
            </a:r>
          </a:p>
          <a:p>
            <a:r>
              <a:rPr lang="en-US" altLang="ja-JP" sz="1100"/>
              <a:t>1. </a:t>
            </a:r>
            <a:r>
              <a:rPr lang="en-US" altLang="ja-JP" sz="1100" b="1"/>
              <a:t>Emotional Support</a:t>
            </a:r>
            <a:r>
              <a:rPr lang="en-US" altLang="ja-JP" sz="1100"/>
              <a:t>: Being there for someone during difficult times and offering encouragement or a listening ear.</a:t>
            </a:r>
          </a:p>
          <a:p>
            <a:r>
              <a:rPr lang="en-US" altLang="ja-JP" sz="1100"/>
              <a:t>   </a:t>
            </a:r>
          </a:p>
          <a:p>
            <a:r>
              <a:rPr lang="en-US" altLang="ja-JP" sz="1100"/>
              <a:t>2. </a:t>
            </a:r>
            <a:r>
              <a:rPr lang="en-US" altLang="ja-JP" sz="1100" b="1"/>
              <a:t>Celebrating Achievements: </a:t>
            </a:r>
            <a:r>
              <a:rPr lang="en-US" altLang="ja-JP" sz="1100"/>
              <a:t>Recognizing and cheering on others' successes, big or small.</a:t>
            </a:r>
          </a:p>
          <a:p>
            <a:r>
              <a:rPr lang="en-US" altLang="ja-JP" sz="1100"/>
              <a:t>   </a:t>
            </a:r>
          </a:p>
        </p:txBody>
      </p:sp>
      <p:sp>
        <p:nvSpPr>
          <p:cNvPr id="8" name="テキスト ボックス 31">
            <a:extLst>
              <a:ext uri="{FF2B5EF4-FFF2-40B4-BE49-F238E27FC236}">
                <a16:creationId xmlns:a16="http://schemas.microsoft.com/office/drawing/2014/main" id="{58C6ED83-D494-9DD4-F01F-7E5A53987920}"/>
              </a:ext>
            </a:extLst>
          </p:cNvPr>
          <p:cNvSpPr txBox="1"/>
          <p:nvPr/>
        </p:nvSpPr>
        <p:spPr>
          <a:xfrm>
            <a:off x="4585592" y="2785616"/>
            <a:ext cx="4186783" cy="1277273"/>
          </a:xfrm>
          <a:prstGeom prst="rect">
            <a:avLst/>
          </a:prstGeom>
          <a:solidFill>
            <a:schemeClr val="accent3"/>
          </a:solidFill>
        </p:spPr>
        <p:txBody>
          <a:bodyPr wrap="square">
            <a:spAutoFit/>
          </a:bodyPr>
          <a:lstStyle/>
          <a:p>
            <a:r>
              <a:rPr lang="en-US" altLang="ja-JP" sz="1100" b="1" u="sng"/>
              <a:t>In Everyday Life</a:t>
            </a:r>
          </a:p>
          <a:p>
            <a:r>
              <a:rPr lang="en-US" altLang="ja-JP" sz="1100"/>
              <a:t>1. </a:t>
            </a:r>
            <a:r>
              <a:rPr lang="en-US" altLang="ja-JP" sz="1100" b="1"/>
              <a:t>Acts of Kindness: </a:t>
            </a:r>
            <a:r>
              <a:rPr lang="en-US" altLang="ja-JP" sz="1100"/>
              <a:t>Performing small gestures that brighten someone’s day.</a:t>
            </a:r>
          </a:p>
          <a:p>
            <a:r>
              <a:rPr lang="en-US" altLang="ja-JP" sz="1100"/>
              <a:t>   </a:t>
            </a:r>
          </a:p>
          <a:p>
            <a:r>
              <a:rPr lang="en-US" altLang="ja-JP" sz="1100"/>
              <a:t>2</a:t>
            </a:r>
            <a:r>
              <a:rPr lang="en-US" altLang="ja-JP" sz="1100" b="1"/>
              <a:t>. Inspiring Change</a:t>
            </a:r>
            <a:r>
              <a:rPr lang="en-US" altLang="ja-JP" sz="1100"/>
              <a:t>: Motivating others to improve their lives or pursue their dreams.</a:t>
            </a:r>
          </a:p>
          <a:p>
            <a:r>
              <a:rPr lang="en-US" altLang="ja-JP" sz="1100"/>
              <a:t>   </a:t>
            </a:r>
          </a:p>
        </p:txBody>
      </p:sp>
      <p:sp>
        <p:nvSpPr>
          <p:cNvPr id="9" name="テキスト ボックス 4">
            <a:extLst>
              <a:ext uri="{FF2B5EF4-FFF2-40B4-BE49-F238E27FC236}">
                <a16:creationId xmlns:a16="http://schemas.microsoft.com/office/drawing/2014/main" id="{F3884D82-A215-74A6-7ED9-DBFE2CC75177}"/>
              </a:ext>
            </a:extLst>
          </p:cNvPr>
          <p:cNvSpPr txBox="1"/>
          <p:nvPr/>
        </p:nvSpPr>
        <p:spPr>
          <a:xfrm>
            <a:off x="1477150" y="238493"/>
            <a:ext cx="7041763" cy="400110"/>
          </a:xfrm>
          <a:prstGeom prst="rect">
            <a:avLst/>
          </a:prstGeom>
          <a:noFill/>
        </p:spPr>
        <p:txBody>
          <a:bodyPr wrap="square">
            <a:spAutoFit/>
          </a:bodyPr>
          <a:lstStyle/>
          <a:p>
            <a:r>
              <a:rPr lang="en-US" altLang="ja-JP" sz="2000">
                <a:latin typeface="+mj-ea"/>
                <a:ea typeface="+mj-ea"/>
              </a:rPr>
              <a:t>Examples of Impact</a:t>
            </a:r>
            <a:endParaRPr lang="ja-JP" altLang="en-US" sz="1800">
              <a:latin typeface="+mj-ea"/>
              <a:ea typeface="+mj-ea"/>
            </a:endParaRPr>
          </a:p>
        </p:txBody>
      </p:sp>
      <p:grpSp>
        <p:nvGrpSpPr>
          <p:cNvPr id="10" name="Group 9">
            <a:extLst>
              <a:ext uri="{FF2B5EF4-FFF2-40B4-BE49-F238E27FC236}">
                <a16:creationId xmlns:a16="http://schemas.microsoft.com/office/drawing/2014/main" id="{F64FEF8C-161B-FA75-C001-9A1FE30F3067}"/>
              </a:ext>
            </a:extLst>
          </p:cNvPr>
          <p:cNvGrpSpPr/>
          <p:nvPr/>
        </p:nvGrpSpPr>
        <p:grpSpPr>
          <a:xfrm>
            <a:off x="127565" y="238493"/>
            <a:ext cx="1348091" cy="346382"/>
            <a:chOff x="127565" y="238493"/>
            <a:chExt cx="1348091" cy="346382"/>
          </a:xfrm>
        </p:grpSpPr>
        <p:sp>
          <p:nvSpPr>
            <p:cNvPr id="11" name="Rectangle 10">
              <a:extLst>
                <a:ext uri="{FF2B5EF4-FFF2-40B4-BE49-F238E27FC236}">
                  <a16:creationId xmlns:a16="http://schemas.microsoft.com/office/drawing/2014/main" id="{A599FDB6-1636-80CC-9581-5593B0201843}"/>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874BDC9F-3FAF-B743-0FAA-E7252DC2A4CF}"/>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spTree>
    <p:extLst>
      <p:ext uri="{BB962C8B-B14F-4D97-AF65-F5344CB8AC3E}">
        <p14:creationId xmlns:p14="http://schemas.microsoft.com/office/powerpoint/2010/main" val="1690009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DAFD-2D65-59BF-D194-BF7C949FEB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39EE4D-9C11-884F-8C85-53692B70A446}"/>
              </a:ext>
            </a:extLst>
          </p:cNvPr>
          <p:cNvSpPr>
            <a:spLocks noGrp="1"/>
          </p:cNvSpPr>
          <p:nvPr>
            <p:ph type="sldNum" sz="quarter" idx="10"/>
          </p:nvPr>
        </p:nvSpPr>
        <p:spPr/>
        <p:txBody>
          <a:bodyPr/>
          <a:lstStyle/>
          <a:p>
            <a:fld id="{9FB9FBB1-FD5B-41A6-B84B-A229A6B4BB39}" type="slidenum">
              <a:rPr lang="en-US" altLang="ja-JP" smtClean="0"/>
              <a:pPr/>
              <a:t>14</a:t>
            </a:fld>
            <a:endParaRPr lang="en-US"/>
          </a:p>
        </p:txBody>
      </p:sp>
      <p:sp>
        <p:nvSpPr>
          <p:cNvPr id="3" name="テキスト プレースホルダー 2">
            <a:extLst>
              <a:ext uri="{FF2B5EF4-FFF2-40B4-BE49-F238E27FC236}">
                <a16:creationId xmlns:a16="http://schemas.microsoft.com/office/drawing/2014/main" id="{58C6740F-6414-A31A-0D0D-254196D9E86C}"/>
              </a:ext>
            </a:extLst>
          </p:cNvPr>
          <p:cNvSpPr txBox="1">
            <a:spLocks/>
          </p:cNvSpPr>
          <p:nvPr/>
        </p:nvSpPr>
        <p:spPr>
          <a:xfrm>
            <a:off x="235808" y="749040"/>
            <a:ext cx="5544617" cy="262632"/>
          </a:xfrm>
          <a:prstGeom prst="rect">
            <a:avLst/>
          </a:prstGeom>
        </p:spPr>
        <p:txBody>
          <a:bodyPr vert="horz" lIns="0" tIns="0" rIns="0" bIns="0" rtlCol="0">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r>
              <a:rPr lang="en-US" altLang="ja-JP" sz="1400" b="1"/>
              <a:t>FUTURE: THE IMPACT I WANT TO CREATE</a:t>
            </a:r>
          </a:p>
        </p:txBody>
      </p:sp>
      <p:sp>
        <p:nvSpPr>
          <p:cNvPr id="4" name="TextBox 3">
            <a:extLst>
              <a:ext uri="{FF2B5EF4-FFF2-40B4-BE49-F238E27FC236}">
                <a16:creationId xmlns:a16="http://schemas.microsoft.com/office/drawing/2014/main" id="{9598CF33-CC49-2655-E057-FFA3CF1FBC7A}"/>
              </a:ext>
            </a:extLst>
          </p:cNvPr>
          <p:cNvSpPr txBox="1"/>
          <p:nvPr/>
        </p:nvSpPr>
        <p:spPr>
          <a:xfrm>
            <a:off x="152685" y="913833"/>
            <a:ext cx="8928992" cy="415498"/>
          </a:xfrm>
          <a:prstGeom prst="rect">
            <a:avLst/>
          </a:prstGeom>
          <a:noFill/>
        </p:spPr>
        <p:txBody>
          <a:bodyPr wrap="square" rtlCol="0">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1" lang="en-AU" altLang="ja-JP" sz="1050">
                <a:solidFill>
                  <a:schemeClr val="tx2">
                    <a:lumMod val="75000"/>
                  </a:schemeClr>
                </a:solidFill>
                <a:latin typeface="Arial" panose="020B0604020202020204" pitchFamily="34" charset="0"/>
                <a:cs typeface="Arial" panose="020B0604020202020204" pitchFamily="34" charset="0"/>
              </a:rPr>
              <a:t>What impact do you want to have on others ?</a:t>
            </a:r>
          </a:p>
          <a:p>
            <a:pPr marL="0" marR="0" lvl="0" indent="0" algn="l" defTabSz="362148" rtl="0" eaLnBrk="1" fontAlgn="auto" latinLnBrk="0" hangingPunct="1">
              <a:lnSpc>
                <a:spcPct val="100000"/>
              </a:lnSpc>
              <a:spcBef>
                <a:spcPts val="0"/>
              </a:spcBef>
              <a:spcAft>
                <a:spcPts val="0"/>
              </a:spcAft>
              <a:buClrTx/>
              <a:buSzTx/>
              <a:buFontTx/>
              <a:buNone/>
              <a:tabLst/>
              <a:defRPr/>
            </a:pPr>
            <a:r>
              <a:rPr kumimoji="1" lang="en-AU" altLang="ja-JP" sz="1050">
                <a:solidFill>
                  <a:schemeClr val="tx2">
                    <a:lumMod val="75000"/>
                  </a:schemeClr>
                </a:solidFill>
                <a:latin typeface="Arial" panose="020B0604020202020204" pitchFamily="34" charset="0"/>
                <a:cs typeface="Arial" panose="020B0604020202020204" pitchFamily="34" charset="0"/>
              </a:rPr>
              <a:t>What do you want to do more to make a difference?</a:t>
            </a:r>
          </a:p>
        </p:txBody>
      </p:sp>
      <p:sp>
        <p:nvSpPr>
          <p:cNvPr id="6" name="TextBox 5">
            <a:extLst>
              <a:ext uri="{FF2B5EF4-FFF2-40B4-BE49-F238E27FC236}">
                <a16:creationId xmlns:a16="http://schemas.microsoft.com/office/drawing/2014/main" id="{21808AD3-1B62-778E-7AD2-EA7B5FB24813}"/>
              </a:ext>
            </a:extLst>
          </p:cNvPr>
          <p:cNvSpPr txBox="1"/>
          <p:nvPr/>
        </p:nvSpPr>
        <p:spPr>
          <a:xfrm>
            <a:off x="1511891" y="267128"/>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The IMPACT I Want To Create - Future</a:t>
            </a:r>
            <a:endParaRPr lang="en-US" altLang="ja-JP" sz="2000">
              <a:latin typeface="+mj-ea"/>
              <a:ea typeface="+mj-ea"/>
              <a:cs typeface="Arial" panose="020B0604020202020204" pitchFamily="34" charset="0"/>
            </a:endParaRPr>
          </a:p>
        </p:txBody>
      </p:sp>
      <p:grpSp>
        <p:nvGrpSpPr>
          <p:cNvPr id="7" name="Group 6">
            <a:extLst>
              <a:ext uri="{FF2B5EF4-FFF2-40B4-BE49-F238E27FC236}">
                <a16:creationId xmlns:a16="http://schemas.microsoft.com/office/drawing/2014/main" id="{1876FA2E-F5D3-4771-E6D6-B6F85FEDC74D}"/>
              </a:ext>
            </a:extLst>
          </p:cNvPr>
          <p:cNvGrpSpPr/>
          <p:nvPr/>
        </p:nvGrpSpPr>
        <p:grpSpPr>
          <a:xfrm>
            <a:off x="199804" y="267128"/>
            <a:ext cx="1348091" cy="346382"/>
            <a:chOff x="127565" y="238493"/>
            <a:chExt cx="1348091" cy="346382"/>
          </a:xfrm>
        </p:grpSpPr>
        <p:sp>
          <p:nvSpPr>
            <p:cNvPr id="8" name="Rectangle 7">
              <a:extLst>
                <a:ext uri="{FF2B5EF4-FFF2-40B4-BE49-F238E27FC236}">
                  <a16:creationId xmlns:a16="http://schemas.microsoft.com/office/drawing/2014/main" id="{74FCA67C-E404-625D-0FE2-CA34A6FD6A91}"/>
                </a:ext>
              </a:extLst>
            </p:cNvPr>
            <p:cNvSpPr/>
            <p:nvPr/>
          </p:nvSpPr>
          <p:spPr>
            <a:xfrm>
              <a:off x="127565" y="238493"/>
              <a:ext cx="1348091" cy="32781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1BBABAB2-E115-61F2-496B-B9517B726A09}"/>
                </a:ext>
              </a:extLst>
            </p:cNvPr>
            <p:cNvSpPr txBox="1"/>
            <p:nvPr/>
          </p:nvSpPr>
          <p:spPr>
            <a:xfrm>
              <a:off x="163569" y="246321"/>
              <a:ext cx="1240079" cy="338554"/>
            </a:xfrm>
            <a:prstGeom prst="rect">
              <a:avLst/>
            </a:prstGeom>
            <a:noFill/>
          </p:spPr>
          <p:txBody>
            <a:bodyPr wrap="square" rtlCol="0">
              <a:spAutoFit/>
            </a:bodyPr>
            <a:lstStyle/>
            <a:p>
              <a:pPr algn="ctr"/>
              <a:r>
                <a:rPr lang="en-AU" sz="1600" b="1">
                  <a:solidFill>
                    <a:schemeClr val="bg1"/>
                  </a:solidFill>
                  <a:latin typeface="+mj-ea"/>
                  <a:ea typeface="+mj-ea"/>
                </a:rPr>
                <a:t>Prework</a:t>
              </a:r>
            </a:p>
          </p:txBody>
        </p:sp>
      </p:grpSp>
      <p:sp>
        <p:nvSpPr>
          <p:cNvPr id="10" name="Rectangle 9">
            <a:extLst>
              <a:ext uri="{FF2B5EF4-FFF2-40B4-BE49-F238E27FC236}">
                <a16:creationId xmlns:a16="http://schemas.microsoft.com/office/drawing/2014/main" id="{8F8953BF-CD9E-88A6-FBD5-D7F2912674D8}"/>
              </a:ext>
            </a:extLst>
          </p:cNvPr>
          <p:cNvSpPr/>
          <p:nvPr/>
        </p:nvSpPr>
        <p:spPr>
          <a:xfrm>
            <a:off x="243214" y="1329331"/>
            <a:ext cx="8657574" cy="35466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AU" dirty="0">
              <a:solidFill>
                <a:schemeClr val="tx1"/>
              </a:solidFill>
            </a:endParaRPr>
          </a:p>
        </p:txBody>
      </p:sp>
      <p:pic>
        <p:nvPicPr>
          <p:cNvPr id="5" name="Picture 4">
            <a:extLst>
              <a:ext uri="{FF2B5EF4-FFF2-40B4-BE49-F238E27FC236}">
                <a16:creationId xmlns:a16="http://schemas.microsoft.com/office/drawing/2014/main" id="{3B617C54-E225-B364-CBFA-B0A4FB61CA44}"/>
              </a:ext>
            </a:extLst>
          </p:cNvPr>
          <p:cNvPicPr>
            <a:picLocks noChangeAspect="1"/>
          </p:cNvPicPr>
          <p:nvPr/>
        </p:nvPicPr>
        <p:blipFill>
          <a:blip r:embed="rId2"/>
          <a:stretch>
            <a:fillRect/>
          </a:stretch>
        </p:blipFill>
        <p:spPr>
          <a:xfrm>
            <a:off x="7768229" y="3605135"/>
            <a:ext cx="970751" cy="1145232"/>
          </a:xfrm>
          <a:prstGeom prst="rect">
            <a:avLst/>
          </a:prstGeom>
        </p:spPr>
      </p:pic>
    </p:spTree>
    <p:extLst>
      <p:ext uri="{BB962C8B-B14F-4D97-AF65-F5344CB8AC3E}">
        <p14:creationId xmlns:p14="http://schemas.microsoft.com/office/powerpoint/2010/main" val="3935568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DB5E1F-8FAD-E8DC-2269-4C24D14F11C5}"/>
              </a:ext>
            </a:extLst>
          </p:cNvPr>
          <p:cNvSpPr>
            <a:spLocks noGrp="1"/>
          </p:cNvSpPr>
          <p:nvPr>
            <p:ph type="sldNum" sz="quarter" idx="10"/>
          </p:nvPr>
        </p:nvSpPr>
        <p:spPr/>
        <p:txBody>
          <a:bodyPr/>
          <a:lstStyle/>
          <a:p>
            <a:fld id="{9FB9FBB1-FD5B-41A6-B84B-A229A6B4BB39}" type="slidenum">
              <a:rPr lang="en-US" altLang="ja-JP" smtClean="0"/>
              <a:pPr/>
              <a:t>15</a:t>
            </a:fld>
            <a:endParaRPr lang="en-US"/>
          </a:p>
        </p:txBody>
      </p:sp>
      <p:pic>
        <p:nvPicPr>
          <p:cNvPr id="3" name="図 2">
            <a:extLst>
              <a:ext uri="{FF2B5EF4-FFF2-40B4-BE49-F238E27FC236}">
                <a16:creationId xmlns:a16="http://schemas.microsoft.com/office/drawing/2014/main" id="{C28FB602-32E8-8F68-A5C6-A126C408E00F}"/>
              </a:ext>
            </a:extLst>
          </p:cNvPr>
          <p:cNvPicPr>
            <a:picLocks noChangeAspect="1"/>
          </p:cNvPicPr>
          <p:nvPr/>
        </p:nvPicPr>
        <p:blipFill>
          <a:blip r:embed="rId2"/>
          <a:stretch>
            <a:fillRect/>
          </a:stretch>
        </p:blipFill>
        <p:spPr>
          <a:xfrm>
            <a:off x="1259632" y="987574"/>
            <a:ext cx="6932616" cy="2568129"/>
          </a:xfrm>
          <a:prstGeom prst="rect">
            <a:avLst/>
          </a:prstGeom>
        </p:spPr>
      </p:pic>
      <p:sp>
        <p:nvSpPr>
          <p:cNvPr id="6" name="テキスト ボックス 5">
            <a:extLst>
              <a:ext uri="{FF2B5EF4-FFF2-40B4-BE49-F238E27FC236}">
                <a16:creationId xmlns:a16="http://schemas.microsoft.com/office/drawing/2014/main" id="{6E7794AF-7A2D-74C7-4055-C34A8BB1D9EA}"/>
              </a:ext>
            </a:extLst>
          </p:cNvPr>
          <p:cNvSpPr txBox="1"/>
          <p:nvPr/>
        </p:nvSpPr>
        <p:spPr>
          <a:xfrm>
            <a:off x="1259632" y="3651870"/>
            <a:ext cx="7704856" cy="830997"/>
          </a:xfrm>
          <a:prstGeom prst="rect">
            <a:avLst/>
          </a:prstGeom>
          <a:noFill/>
        </p:spPr>
        <p:txBody>
          <a:bodyPr wrap="square">
            <a:spAutoFit/>
          </a:bodyPr>
          <a:lstStyle/>
          <a:p>
            <a:r>
              <a:rPr lang="ja-JP" altLang="en-US" sz="2400">
                <a:hlinkClick r:id="rId3"/>
              </a:rPr>
              <a:t>https://holdings.fujifilm.com/special/90th/en/history/</a:t>
            </a:r>
            <a:endParaRPr lang="en-US" altLang="ja-JP" sz="2400"/>
          </a:p>
          <a:p>
            <a:endParaRPr lang="ja-JP" altLang="en-US" sz="2400"/>
          </a:p>
        </p:txBody>
      </p:sp>
      <p:sp>
        <p:nvSpPr>
          <p:cNvPr id="8" name="TextBox 7">
            <a:extLst>
              <a:ext uri="{FF2B5EF4-FFF2-40B4-BE49-F238E27FC236}">
                <a16:creationId xmlns:a16="http://schemas.microsoft.com/office/drawing/2014/main" id="{80CBA3AD-8227-45DE-0603-9CC071932521}"/>
              </a:ext>
            </a:extLst>
          </p:cNvPr>
          <p:cNvSpPr txBox="1"/>
          <p:nvPr/>
        </p:nvSpPr>
        <p:spPr>
          <a:xfrm>
            <a:off x="1553955" y="260523"/>
            <a:ext cx="5832648" cy="400110"/>
          </a:xfrm>
          <a:prstGeom prst="rect">
            <a:avLst/>
          </a:prstGeom>
          <a:noFill/>
        </p:spPr>
        <p:txBody>
          <a:bodyPr wrap="square">
            <a:spAutoFit/>
          </a:bodyPr>
          <a:lstStyle/>
          <a:p>
            <a:r>
              <a:rPr lang="en-AU" altLang="ja-JP" sz="2000">
                <a:latin typeface="+mj-ea"/>
                <a:ea typeface="+mj-ea"/>
                <a:cs typeface="Arial" panose="020B0604020202020204" pitchFamily="34" charset="0"/>
              </a:rPr>
              <a:t>Understand Fujifilm Group’s History</a:t>
            </a:r>
            <a:endParaRPr lang="en-US" altLang="ja-JP" sz="2000">
              <a:latin typeface="+mj-ea"/>
              <a:ea typeface="+mj-ea"/>
              <a:cs typeface="Arial" panose="020B0604020202020204" pitchFamily="34" charset="0"/>
            </a:endParaRPr>
          </a:p>
        </p:txBody>
      </p:sp>
      <p:grpSp>
        <p:nvGrpSpPr>
          <p:cNvPr id="9" name="Group 8">
            <a:extLst>
              <a:ext uri="{FF2B5EF4-FFF2-40B4-BE49-F238E27FC236}">
                <a16:creationId xmlns:a16="http://schemas.microsoft.com/office/drawing/2014/main" id="{C1C55C81-95DA-E376-A082-2EECC8D181CD}"/>
              </a:ext>
            </a:extLst>
          </p:cNvPr>
          <p:cNvGrpSpPr/>
          <p:nvPr/>
        </p:nvGrpSpPr>
        <p:grpSpPr>
          <a:xfrm>
            <a:off x="205864" y="260523"/>
            <a:ext cx="1348091" cy="346382"/>
            <a:chOff x="127565" y="238493"/>
            <a:chExt cx="1348091" cy="346382"/>
          </a:xfrm>
        </p:grpSpPr>
        <p:sp>
          <p:nvSpPr>
            <p:cNvPr id="10" name="Rectangle 9">
              <a:extLst>
                <a:ext uri="{FF2B5EF4-FFF2-40B4-BE49-F238E27FC236}">
                  <a16:creationId xmlns:a16="http://schemas.microsoft.com/office/drawing/2014/main" id="{105B51D0-4EB4-A78F-B44A-12F7E2EB0CD1}"/>
                </a:ext>
              </a:extLst>
            </p:cNvPr>
            <p:cNvSpPr/>
            <p:nvPr/>
          </p:nvSpPr>
          <p:spPr>
            <a:xfrm>
              <a:off x="127565" y="238493"/>
              <a:ext cx="1348091" cy="32781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7B8AE6B3-CBF0-3866-D04F-F02F13DF8CA1}"/>
                </a:ext>
              </a:extLst>
            </p:cNvPr>
            <p:cNvSpPr txBox="1"/>
            <p:nvPr/>
          </p:nvSpPr>
          <p:spPr>
            <a:xfrm>
              <a:off x="163569" y="246321"/>
              <a:ext cx="1266693" cy="338554"/>
            </a:xfrm>
            <a:prstGeom prst="rect">
              <a:avLst/>
            </a:prstGeom>
            <a:noFill/>
          </p:spPr>
          <p:txBody>
            <a:bodyPr wrap="none" rtlCol="0">
              <a:spAutoFit/>
            </a:bodyPr>
            <a:lstStyle/>
            <a:p>
              <a:r>
                <a:rPr lang="en-AU" sz="1600" b="1">
                  <a:solidFill>
                    <a:schemeClr val="bg1"/>
                  </a:solidFill>
                  <a:latin typeface="+mj-ea"/>
                  <a:ea typeface="+mj-ea"/>
                </a:rPr>
                <a:t>Reference</a:t>
              </a:r>
            </a:p>
          </p:txBody>
        </p:sp>
      </p:grpSp>
    </p:spTree>
    <p:extLst>
      <p:ext uri="{BB962C8B-B14F-4D97-AF65-F5344CB8AC3E}">
        <p14:creationId xmlns:p14="http://schemas.microsoft.com/office/powerpoint/2010/main" val="3613844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DBEEEE-0EBB-2B47-B600-2D485B863DFD}"/>
              </a:ext>
            </a:extLst>
          </p:cNvPr>
          <p:cNvSpPr>
            <a:spLocks noGrp="1"/>
          </p:cNvSpPr>
          <p:nvPr>
            <p:ph type="sldNum" sz="quarter" idx="10"/>
          </p:nvPr>
        </p:nvSpPr>
        <p:spPr/>
        <p:txBody>
          <a:bodyPr/>
          <a:lstStyle/>
          <a:p>
            <a:fld id="{9FB9FBB1-FD5B-41A6-B84B-A229A6B4BB39}" type="slidenum">
              <a:rPr lang="en-US" altLang="ja-JP" smtClean="0"/>
              <a:pPr/>
              <a:t>16</a:t>
            </a:fld>
            <a:endParaRPr lang="en-US"/>
          </a:p>
        </p:txBody>
      </p:sp>
      <p:sp>
        <p:nvSpPr>
          <p:cNvPr id="3" name="TextBox 2">
            <a:extLst>
              <a:ext uri="{FF2B5EF4-FFF2-40B4-BE49-F238E27FC236}">
                <a16:creationId xmlns:a16="http://schemas.microsoft.com/office/drawing/2014/main" id="{14134E6D-1570-9AE8-ACEB-FF68FFCC8FD2}"/>
              </a:ext>
            </a:extLst>
          </p:cNvPr>
          <p:cNvSpPr txBox="1"/>
          <p:nvPr/>
        </p:nvSpPr>
        <p:spPr>
          <a:xfrm>
            <a:off x="755576" y="1602254"/>
            <a:ext cx="7632848" cy="1631216"/>
          </a:xfrm>
          <a:prstGeom prst="rect">
            <a:avLst/>
          </a:prstGeom>
          <a:noFill/>
        </p:spPr>
        <p:txBody>
          <a:bodyPr wrap="square" rtlCol="0">
            <a:spAutoFit/>
          </a:bodyPr>
          <a:lstStyle/>
          <a:p>
            <a:pPr algn="ctr"/>
            <a:r>
              <a:rPr lang="en-AU" sz="2000"/>
              <a:t>Your Prework ends here</a:t>
            </a:r>
          </a:p>
          <a:p>
            <a:pPr algn="ctr"/>
            <a:endParaRPr lang="en-AU" sz="2000"/>
          </a:p>
          <a:p>
            <a:pPr algn="ctr"/>
            <a:r>
              <a:rPr lang="en-AU" sz="2000"/>
              <a:t>Please print and bring a copy of your workbook for the workshop</a:t>
            </a:r>
          </a:p>
          <a:p>
            <a:pPr algn="ctr"/>
            <a:endParaRPr lang="en-AU" sz="2000"/>
          </a:p>
          <a:p>
            <a:pPr algn="ctr"/>
            <a:r>
              <a:rPr lang="en-AU" sz="2000"/>
              <a:t>We look forward to seeing you at the workshop</a:t>
            </a:r>
          </a:p>
        </p:txBody>
      </p:sp>
    </p:spTree>
    <p:extLst>
      <p:ext uri="{BB962C8B-B14F-4D97-AF65-F5344CB8AC3E}">
        <p14:creationId xmlns:p14="http://schemas.microsoft.com/office/powerpoint/2010/main" val="785926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2ED557-97EA-0F54-7266-B3B0D7809E45}"/>
              </a:ext>
            </a:extLst>
          </p:cNvPr>
          <p:cNvSpPr>
            <a:spLocks noGrp="1"/>
          </p:cNvSpPr>
          <p:nvPr>
            <p:ph type="sldNum" sz="quarter" idx="10"/>
          </p:nvPr>
        </p:nvSpPr>
        <p:spPr/>
        <p:txBody>
          <a:bodyPr/>
          <a:lstStyle/>
          <a:p>
            <a:fld id="{9FB9FBB1-FD5B-41A6-B84B-A229A6B4BB39}" type="slidenum">
              <a:rPr lang="en-US" altLang="ja-JP" smtClean="0"/>
              <a:pPr/>
              <a:t>17</a:t>
            </a:fld>
            <a:endParaRPr lang="en-US"/>
          </a:p>
        </p:txBody>
      </p:sp>
      <p:grpSp>
        <p:nvGrpSpPr>
          <p:cNvPr id="3" name="Group 2">
            <a:extLst>
              <a:ext uri="{FF2B5EF4-FFF2-40B4-BE49-F238E27FC236}">
                <a16:creationId xmlns:a16="http://schemas.microsoft.com/office/drawing/2014/main" id="{C87438BC-90DE-E4BA-B85B-ADDFE3B5A90F}"/>
              </a:ext>
            </a:extLst>
          </p:cNvPr>
          <p:cNvGrpSpPr/>
          <p:nvPr/>
        </p:nvGrpSpPr>
        <p:grpSpPr>
          <a:xfrm>
            <a:off x="179512" y="267494"/>
            <a:ext cx="1348091" cy="346382"/>
            <a:chOff x="127565" y="238493"/>
            <a:chExt cx="1348091" cy="346382"/>
          </a:xfrm>
        </p:grpSpPr>
        <p:sp>
          <p:nvSpPr>
            <p:cNvPr id="4" name="Rectangle 3">
              <a:extLst>
                <a:ext uri="{FF2B5EF4-FFF2-40B4-BE49-F238E27FC236}">
                  <a16:creationId xmlns:a16="http://schemas.microsoft.com/office/drawing/2014/main" id="{62C23C3C-8060-9A41-47A3-E7DA53CC2507}"/>
                </a:ext>
              </a:extLst>
            </p:cNvPr>
            <p:cNvSpPr/>
            <p:nvPr/>
          </p:nvSpPr>
          <p:spPr>
            <a:xfrm>
              <a:off x="127565" y="238493"/>
              <a:ext cx="1348091" cy="327815"/>
            </a:xfrm>
            <a:prstGeom prst="rect">
              <a:avLst/>
            </a:prstGeom>
            <a:solidFill>
              <a:srgbClr val="FF9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6697109E-51C3-8D2A-4FF9-328CD07F1C02}"/>
                </a:ext>
              </a:extLst>
            </p:cNvPr>
            <p:cNvSpPr txBox="1"/>
            <p:nvPr/>
          </p:nvSpPr>
          <p:spPr>
            <a:xfrm>
              <a:off x="163569" y="246321"/>
              <a:ext cx="1260359" cy="338554"/>
            </a:xfrm>
            <a:prstGeom prst="rect">
              <a:avLst/>
            </a:prstGeom>
            <a:noFill/>
          </p:spPr>
          <p:txBody>
            <a:bodyPr wrap="square" rtlCol="0">
              <a:spAutoFit/>
            </a:bodyPr>
            <a:lstStyle/>
            <a:p>
              <a:pPr algn="ctr"/>
              <a:r>
                <a:rPr lang="en-AU" sz="1600" b="1">
                  <a:solidFill>
                    <a:schemeClr val="bg1"/>
                  </a:solidFill>
                  <a:latin typeface="+mj-ea"/>
                  <a:ea typeface="+mj-ea"/>
                </a:rPr>
                <a:t>Workshop</a:t>
              </a:r>
            </a:p>
          </p:txBody>
        </p:sp>
      </p:grpSp>
      <p:sp>
        <p:nvSpPr>
          <p:cNvPr id="8" name="Rectangle 7">
            <a:extLst>
              <a:ext uri="{FF2B5EF4-FFF2-40B4-BE49-F238E27FC236}">
                <a16:creationId xmlns:a16="http://schemas.microsoft.com/office/drawing/2014/main" id="{792D9F3D-596B-ECBD-0C03-F9489E5E6739}"/>
              </a:ext>
            </a:extLst>
          </p:cNvPr>
          <p:cNvSpPr/>
          <p:nvPr/>
        </p:nvSpPr>
        <p:spPr>
          <a:xfrm>
            <a:off x="2670629" y="1132228"/>
            <a:ext cx="6221852" cy="3599761"/>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CAC14861-D349-04A3-1F99-EFBB548F064F}"/>
              </a:ext>
            </a:extLst>
          </p:cNvPr>
          <p:cNvSpPr txBox="1"/>
          <p:nvPr/>
        </p:nvSpPr>
        <p:spPr>
          <a:xfrm>
            <a:off x="156587" y="744086"/>
            <a:ext cx="8094783" cy="307777"/>
          </a:xfrm>
          <a:prstGeom prst="rect">
            <a:avLst/>
          </a:prstGeom>
          <a:noFill/>
        </p:spPr>
        <p:txBody>
          <a:bodyPr wrap="square">
            <a:spAutoFit/>
          </a:bodyPr>
          <a:lstStyle/>
          <a:p>
            <a:r>
              <a:rPr lang="en-US" altLang="ja-JP" sz="1400">
                <a:cs typeface="Arial"/>
              </a:rPr>
              <a:t>Reflect on your identity and your experiences to clarify your impact.</a:t>
            </a:r>
          </a:p>
        </p:txBody>
      </p:sp>
      <p:sp>
        <p:nvSpPr>
          <p:cNvPr id="21" name="Rectangle 20">
            <a:extLst>
              <a:ext uri="{FF2B5EF4-FFF2-40B4-BE49-F238E27FC236}">
                <a16:creationId xmlns:a16="http://schemas.microsoft.com/office/drawing/2014/main" id="{EEC575B6-A5B4-3A1F-43F1-52C983075FAE}"/>
              </a:ext>
            </a:extLst>
          </p:cNvPr>
          <p:cNvSpPr/>
          <p:nvPr/>
        </p:nvSpPr>
        <p:spPr>
          <a:xfrm>
            <a:off x="228754" y="1132620"/>
            <a:ext cx="2376560" cy="3599369"/>
          </a:xfrm>
          <a:prstGeom prst="rect">
            <a:avLst/>
          </a:prstGeom>
          <a:no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テキスト ボックス 4">
            <a:extLst>
              <a:ext uri="{FF2B5EF4-FFF2-40B4-BE49-F238E27FC236}">
                <a16:creationId xmlns:a16="http://schemas.microsoft.com/office/drawing/2014/main" id="{C09D38FF-7E20-F784-8968-2BBCC5D1D3B0}"/>
              </a:ext>
            </a:extLst>
          </p:cNvPr>
          <p:cNvSpPr txBox="1"/>
          <p:nvPr/>
        </p:nvSpPr>
        <p:spPr>
          <a:xfrm>
            <a:off x="1527603" y="238493"/>
            <a:ext cx="6991310" cy="400110"/>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prstClr val="black"/>
                </a:solidFill>
                <a:effectLst/>
                <a:uLnTx/>
                <a:uFillTx/>
                <a:latin typeface="メイリオ"/>
                <a:ea typeface="メイリオ"/>
                <a:cs typeface="+mn-cs"/>
              </a:rPr>
              <a:t>Understanding Who am I?</a:t>
            </a:r>
            <a:endParaRPr kumimoji="0" lang="ja-JP" alt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11" name="テキスト プレースホルダー 2">
            <a:extLst>
              <a:ext uri="{FF2B5EF4-FFF2-40B4-BE49-F238E27FC236}">
                <a16:creationId xmlns:a16="http://schemas.microsoft.com/office/drawing/2014/main" id="{F8A1A3A2-0399-D595-9770-D0BFF6C7FBEE}"/>
              </a:ext>
            </a:extLst>
          </p:cNvPr>
          <p:cNvSpPr txBox="1">
            <a:spLocks/>
          </p:cNvSpPr>
          <p:nvPr/>
        </p:nvSpPr>
        <p:spPr>
          <a:xfrm>
            <a:off x="340352" y="1132228"/>
            <a:ext cx="2199648" cy="3599369"/>
          </a:xfrm>
          <a:prstGeom prst="rect">
            <a:avLst/>
          </a:prstGeom>
        </p:spPr>
        <p:txBody>
          <a:bodyPr vert="horz" lIns="0" tIns="0" rIns="0" bIns="0" rtlCol="0" anchor="t">
            <a:noAutofit/>
          </a:bodyPr>
          <a:lstStyle>
            <a:lvl1pPr marL="0" indent="0" algn="l" defTabSz="984077" rtl="0" eaLnBrk="1" latinLnBrk="0" hangingPunct="1">
              <a:lnSpc>
                <a:spcPct val="100000"/>
              </a:lnSpc>
              <a:spcBef>
                <a:spcPts val="0"/>
              </a:spcBef>
              <a:spcAft>
                <a:spcPts val="300"/>
              </a:spcAft>
              <a:buFontTx/>
              <a:buNone/>
              <a:defRPr kumimoji="1" sz="1500" kern="1200" baseline="0">
                <a:solidFill>
                  <a:schemeClr val="tx1"/>
                </a:solidFill>
                <a:latin typeface="Arial" panose="020B0604020202020204" pitchFamily="34" charset="0"/>
                <a:ea typeface="+mn-ea"/>
                <a:cs typeface="Arial" panose="020B0604020202020204" pitchFamily="34" charset="0"/>
              </a:defRPr>
            </a:lvl1pPr>
            <a:lvl2pPr marL="0" marR="0" indent="0" algn="l" defTabSz="984077" rtl="0" eaLnBrk="1" fontAlgn="auto" latinLnBrk="0" hangingPunct="1">
              <a:lnSpc>
                <a:spcPct val="100000"/>
              </a:lnSpc>
              <a:spcBef>
                <a:spcPts val="0"/>
              </a:spcBef>
              <a:spcAft>
                <a:spcPts val="300"/>
              </a:spcAft>
              <a:buClrTx/>
              <a:buSzTx/>
              <a:buFont typeface="Arial" panose="020B0604020202020204" pitchFamily="34" charset="0"/>
              <a:buNone/>
              <a:tabLst/>
              <a:defRPr kumimoji="1" sz="1300" kern="1200" baseline="0">
                <a:solidFill>
                  <a:schemeClr val="tx1"/>
                </a:solidFill>
                <a:latin typeface="Arial" panose="020B0604020202020204" pitchFamily="34" charset="0"/>
                <a:ea typeface="+mn-ea"/>
                <a:cs typeface="+mn-cs"/>
              </a:defRPr>
            </a:lvl2pPr>
            <a:lvl3pPr marL="288000" indent="-1440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3pPr>
            <a:lvl4pPr marL="396000" indent="-115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4pPr>
            <a:lvl5pPr marL="558000" indent="-151200" algn="l" defTabSz="984077" rtl="0" eaLnBrk="1" latinLnBrk="0" hangingPunct="1">
              <a:lnSpc>
                <a:spcPct val="100000"/>
              </a:lnSpc>
              <a:spcBef>
                <a:spcPts val="0"/>
              </a:spcBef>
              <a:spcAft>
                <a:spcPts val="300"/>
              </a:spcAft>
              <a:buFont typeface="Arial" panose="020B0604020202020204" pitchFamily="34" charset="0"/>
              <a:buChar char="‒"/>
              <a:defRPr kumimoji="1" sz="1100" kern="1200" baseline="0">
                <a:solidFill>
                  <a:schemeClr val="tx1"/>
                </a:solidFill>
                <a:latin typeface="Arial" panose="020B0604020202020204" pitchFamily="34" charset="0"/>
                <a:ea typeface="+mn-ea"/>
                <a:cs typeface="Arial" panose="020B0604020202020204" pitchFamily="34" charset="0"/>
              </a:defRPr>
            </a:lvl5pPr>
            <a:lvl6pPr marL="2706213"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6pPr>
            <a:lvl7pPr marL="3198251"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7pPr>
            <a:lvl8pPr marL="3690290"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8pPr>
            <a:lvl9pPr marL="4182328" indent="-246019" algn="l" defTabSz="984077" rtl="0" eaLnBrk="1" latinLnBrk="0" hangingPunct="1">
              <a:lnSpc>
                <a:spcPct val="90000"/>
              </a:lnSpc>
              <a:spcBef>
                <a:spcPts val="538"/>
              </a:spcBef>
              <a:buFont typeface="Arial" panose="020B0604020202020204" pitchFamily="34" charset="0"/>
              <a:buChar char="•"/>
              <a:defRPr kumimoji="1" sz="1937" kern="1200">
                <a:solidFill>
                  <a:schemeClr val="tx1"/>
                </a:solidFill>
                <a:latin typeface="+mn-lt"/>
                <a:ea typeface="+mn-ea"/>
                <a:cs typeface="+mn-cs"/>
              </a:defRPr>
            </a:lvl9pPr>
          </a:lstStyle>
          <a:p>
            <a:endParaRPr lang="en-US" altLang="ja-JP" sz="1100">
              <a:latin typeface="+mn-lt"/>
            </a:endParaRPr>
          </a:p>
          <a:p>
            <a:r>
              <a:rPr lang="en-US" altLang="ja-JP" sz="1400" b="1">
                <a:solidFill>
                  <a:schemeClr val="tx2">
                    <a:lumMod val="75000"/>
                  </a:schemeClr>
                </a:solidFill>
                <a:latin typeface="+mn-lt"/>
                <a:cs typeface="Arial"/>
              </a:rPr>
              <a:t>Present</a:t>
            </a:r>
          </a:p>
          <a:p>
            <a:r>
              <a:rPr lang="en-US" altLang="ja-JP" sz="1200">
                <a:cs typeface="Arial"/>
              </a:rPr>
              <a:t>Who am I today and what I want in my life?</a:t>
            </a:r>
          </a:p>
          <a:p>
            <a:endParaRPr lang="en-US" altLang="ja-JP" sz="1200" b="1">
              <a:cs typeface="Arial"/>
            </a:endParaRPr>
          </a:p>
          <a:p>
            <a:endParaRPr lang="en-US" altLang="ja-JP" sz="1200" b="1">
              <a:cs typeface="Arial"/>
            </a:endParaRPr>
          </a:p>
          <a:p>
            <a:r>
              <a:rPr lang="en-US" altLang="ja-JP" sz="1400" b="1">
                <a:solidFill>
                  <a:schemeClr val="tx2">
                    <a:lumMod val="75000"/>
                  </a:schemeClr>
                </a:solidFill>
                <a:cs typeface="Arial"/>
              </a:rPr>
              <a:t>Past </a:t>
            </a:r>
          </a:p>
          <a:p>
            <a:r>
              <a:rPr lang="en-US" altLang="ja-JP" sz="1200">
                <a:cs typeface="Arial"/>
              </a:rPr>
              <a:t>What are my learnings and abilities that I want to maximize?</a:t>
            </a:r>
          </a:p>
          <a:p>
            <a:endParaRPr lang="en-US" altLang="ja-JP" sz="1200" b="1">
              <a:cs typeface="Arial"/>
            </a:endParaRPr>
          </a:p>
          <a:p>
            <a:endParaRPr lang="en-US" altLang="ja-JP" sz="1200" b="1">
              <a:cs typeface="Arial"/>
            </a:endParaRPr>
          </a:p>
          <a:p>
            <a:r>
              <a:rPr lang="en-US" altLang="ja-JP" sz="1400" b="1">
                <a:solidFill>
                  <a:schemeClr val="tx2"/>
                </a:solidFill>
                <a:cs typeface="Arial"/>
              </a:rPr>
              <a:t>Future</a:t>
            </a:r>
          </a:p>
          <a:p>
            <a:r>
              <a:rPr lang="en-US" altLang="ja-JP" sz="1200">
                <a:cs typeface="Arial"/>
              </a:rPr>
              <a:t>What is the impact I want to have on others?</a:t>
            </a:r>
            <a:endParaRPr lang="en-US" altLang="ja-JP" sz="1000" b="1">
              <a:cs typeface="Arial"/>
            </a:endParaRPr>
          </a:p>
          <a:p>
            <a:endParaRPr lang="en-US" altLang="ja-JP" sz="1100" b="1">
              <a:cs typeface="Arial"/>
            </a:endParaRPr>
          </a:p>
          <a:p>
            <a:endParaRPr lang="en-US" altLang="ja-JP" sz="1100">
              <a:latin typeface="+mn-lt"/>
              <a:cs typeface="Arial"/>
            </a:endParaRPr>
          </a:p>
        </p:txBody>
      </p:sp>
      <p:pic>
        <p:nvPicPr>
          <p:cNvPr id="12" name="Picture 11">
            <a:extLst>
              <a:ext uri="{FF2B5EF4-FFF2-40B4-BE49-F238E27FC236}">
                <a16:creationId xmlns:a16="http://schemas.microsoft.com/office/drawing/2014/main" id="{90A2366E-0349-C0EA-8387-85630F1A74F1}"/>
              </a:ext>
            </a:extLst>
          </p:cNvPr>
          <p:cNvPicPr>
            <a:picLocks noChangeAspect="1"/>
          </p:cNvPicPr>
          <p:nvPr/>
        </p:nvPicPr>
        <p:blipFill>
          <a:blip r:embed="rId2"/>
          <a:stretch>
            <a:fillRect/>
          </a:stretch>
        </p:blipFill>
        <p:spPr>
          <a:xfrm>
            <a:off x="7806211" y="3546111"/>
            <a:ext cx="932769" cy="1100423"/>
          </a:xfrm>
          <a:prstGeom prst="rect">
            <a:avLst/>
          </a:prstGeom>
        </p:spPr>
      </p:pic>
    </p:spTree>
    <p:extLst>
      <p:ext uri="{BB962C8B-B14F-4D97-AF65-F5344CB8AC3E}">
        <p14:creationId xmlns:p14="http://schemas.microsoft.com/office/powerpoint/2010/main" val="2925837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C6734-24FA-802D-05A1-3F2521C4AD5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3F8F64-24F4-2E9C-66A0-8E89071D0E91}"/>
              </a:ext>
            </a:extLst>
          </p:cNvPr>
          <p:cNvSpPr>
            <a:spLocks noGrp="1"/>
          </p:cNvSpPr>
          <p:nvPr>
            <p:ph type="sldNum" sz="quarter" idx="10"/>
          </p:nvPr>
        </p:nvSpPr>
        <p:spPr/>
        <p:txBody>
          <a:bodyPr/>
          <a:lstStyle/>
          <a:p>
            <a:pPr marL="0" marR="0" lvl="0" indent="0" algn="ctr" defTabSz="362148" rtl="0" eaLnBrk="1" fontAlgn="ctr" latinLnBrk="0" hangingPunct="1">
              <a:lnSpc>
                <a:spcPct val="100000"/>
              </a:lnSpc>
              <a:spcBef>
                <a:spcPts val="0"/>
              </a:spcBef>
              <a:spcAft>
                <a:spcPts val="0"/>
              </a:spcAft>
              <a:buClrTx/>
              <a:buSzTx/>
              <a:buFontTx/>
              <a:buNone/>
              <a:tabLst/>
              <a:defRPr/>
            </a:pPr>
            <a:fld id="{9FB9FBB1-FD5B-41A6-B84B-A229A6B4BB39}" type="slidenum">
              <a:rPr kumimoji="0" lang="en-US" altLang="ja-JP" sz="1000" b="0" i="0" u="none" strike="noStrike" kern="1200" cap="none" spc="0" normalizeH="0" baseline="0" noProof="0" smtClean="0">
                <a:ln>
                  <a:noFill/>
                </a:ln>
                <a:solidFill>
                  <a:prstClr val="black"/>
                </a:solidFill>
                <a:effectLst/>
                <a:uLnTx/>
                <a:uFillTx/>
                <a:latin typeface="Arial"/>
                <a:ea typeface="メイリオ"/>
                <a:cs typeface="+mn-cs"/>
              </a:rPr>
              <a:pPr marL="0" marR="0" lvl="0" indent="0" algn="ctr" defTabSz="362148" rtl="0" eaLnBrk="1" fontAlgn="ctr" latinLnBrk="0" hangingPunct="1">
                <a:lnSpc>
                  <a:spcPct val="100000"/>
                </a:lnSpc>
                <a:spcBef>
                  <a:spcPts val="0"/>
                </a:spcBef>
                <a:spcAft>
                  <a:spcPts val="0"/>
                </a:spcAft>
                <a:buClrTx/>
                <a:buSzTx/>
                <a:buFontTx/>
                <a:buNone/>
                <a:tabLst/>
                <a:defRPr/>
              </a:pPr>
              <a:t>18</a:t>
            </a:fld>
            <a:endParaRPr kumimoji="0" lang="en-US" altLang="en-US" sz="1000" b="0" i="0" u="none" strike="noStrike" kern="1200" cap="none" spc="0" normalizeH="0" baseline="0" noProof="0">
              <a:ln>
                <a:noFill/>
              </a:ln>
              <a:solidFill>
                <a:prstClr val="black"/>
              </a:solidFill>
              <a:effectLst/>
              <a:uLnTx/>
              <a:uFillTx/>
              <a:latin typeface="Arial"/>
              <a:ea typeface="メイリオ"/>
              <a:cs typeface="+mn-cs"/>
            </a:endParaRPr>
          </a:p>
        </p:txBody>
      </p:sp>
      <p:grpSp>
        <p:nvGrpSpPr>
          <p:cNvPr id="3" name="Group 2">
            <a:extLst>
              <a:ext uri="{FF2B5EF4-FFF2-40B4-BE49-F238E27FC236}">
                <a16:creationId xmlns:a16="http://schemas.microsoft.com/office/drawing/2014/main" id="{E86F7F17-A9D6-3E41-FBE2-73BBF62AD905}"/>
              </a:ext>
            </a:extLst>
          </p:cNvPr>
          <p:cNvGrpSpPr/>
          <p:nvPr/>
        </p:nvGrpSpPr>
        <p:grpSpPr>
          <a:xfrm>
            <a:off x="179512" y="267494"/>
            <a:ext cx="1348091" cy="346382"/>
            <a:chOff x="127565" y="238493"/>
            <a:chExt cx="1348091" cy="346382"/>
          </a:xfrm>
        </p:grpSpPr>
        <p:sp>
          <p:nvSpPr>
            <p:cNvPr id="4" name="Rectangle 3">
              <a:extLst>
                <a:ext uri="{FF2B5EF4-FFF2-40B4-BE49-F238E27FC236}">
                  <a16:creationId xmlns:a16="http://schemas.microsoft.com/office/drawing/2014/main" id="{6A034866-6972-E4BD-42A9-C49B1C081BDB}"/>
                </a:ext>
              </a:extLst>
            </p:cNvPr>
            <p:cNvSpPr/>
            <p:nvPr/>
          </p:nvSpPr>
          <p:spPr>
            <a:xfrm>
              <a:off x="127565" y="238493"/>
              <a:ext cx="1348091" cy="327815"/>
            </a:xfrm>
            <a:prstGeom prst="rect">
              <a:avLst/>
            </a:prstGeom>
            <a:solidFill>
              <a:srgbClr val="FF9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5" name="TextBox 4">
              <a:extLst>
                <a:ext uri="{FF2B5EF4-FFF2-40B4-BE49-F238E27FC236}">
                  <a16:creationId xmlns:a16="http://schemas.microsoft.com/office/drawing/2014/main" id="{F479DB6A-2FC1-428E-10AF-1A98EDCC55AA}"/>
                </a:ext>
              </a:extLst>
            </p:cNvPr>
            <p:cNvSpPr txBox="1"/>
            <p:nvPr/>
          </p:nvSpPr>
          <p:spPr>
            <a:xfrm>
              <a:off x="163569" y="246321"/>
              <a:ext cx="1260359" cy="338554"/>
            </a:xfrm>
            <a:prstGeom prst="rect">
              <a:avLst/>
            </a:prstGeom>
            <a:noFill/>
          </p:spPr>
          <p:txBody>
            <a:bodyPr wrap="square" rtlCol="0">
              <a:spAutoFit/>
            </a:bodyPr>
            <a:lstStyle/>
            <a:p>
              <a:pPr marL="0" marR="0" lvl="0" indent="0" algn="ctr" defTabSz="362148"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white"/>
                  </a:solidFill>
                  <a:effectLst/>
                  <a:uLnTx/>
                  <a:uFillTx/>
                  <a:latin typeface="メイリオ"/>
                  <a:ea typeface="メイリオ"/>
                  <a:cs typeface="+mn-cs"/>
                </a:rPr>
                <a:t>Workshop</a:t>
              </a:r>
            </a:p>
          </p:txBody>
        </p:sp>
      </p:grpSp>
      <p:sp>
        <p:nvSpPr>
          <p:cNvPr id="6" name="テキスト ボックス 4">
            <a:extLst>
              <a:ext uri="{FF2B5EF4-FFF2-40B4-BE49-F238E27FC236}">
                <a16:creationId xmlns:a16="http://schemas.microsoft.com/office/drawing/2014/main" id="{22CE9AF6-C2D1-E3AA-27B5-A73C8D40326B}"/>
              </a:ext>
            </a:extLst>
          </p:cNvPr>
          <p:cNvSpPr txBox="1"/>
          <p:nvPr/>
        </p:nvSpPr>
        <p:spPr>
          <a:xfrm>
            <a:off x="1527603" y="238493"/>
            <a:ext cx="6991310" cy="400110"/>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prstClr val="black"/>
                </a:solidFill>
                <a:effectLst/>
                <a:uLnTx/>
                <a:uFillTx/>
                <a:latin typeface="メイリオ"/>
                <a:ea typeface="メイリオ"/>
                <a:cs typeface="+mn-cs"/>
              </a:rPr>
              <a:t>Identifying My RESONANCE with Fujifilm</a:t>
            </a:r>
            <a:endParaRPr kumimoji="0" lang="ja-JP" alt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 name="Rectangle 7">
            <a:extLst>
              <a:ext uri="{FF2B5EF4-FFF2-40B4-BE49-F238E27FC236}">
                <a16:creationId xmlns:a16="http://schemas.microsoft.com/office/drawing/2014/main" id="{F3FD8E24-E572-AEFD-A688-E3F0D2DC7F85}"/>
              </a:ext>
            </a:extLst>
          </p:cNvPr>
          <p:cNvSpPr/>
          <p:nvPr/>
        </p:nvSpPr>
        <p:spPr>
          <a:xfrm>
            <a:off x="215516" y="1638795"/>
            <a:ext cx="8676965" cy="3093194"/>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17" name="TextBox 16">
            <a:extLst>
              <a:ext uri="{FF2B5EF4-FFF2-40B4-BE49-F238E27FC236}">
                <a16:creationId xmlns:a16="http://schemas.microsoft.com/office/drawing/2014/main" id="{B9073D7B-954A-5990-185F-1508E822C73A}"/>
              </a:ext>
            </a:extLst>
          </p:cNvPr>
          <p:cNvSpPr txBox="1"/>
          <p:nvPr/>
        </p:nvSpPr>
        <p:spPr>
          <a:xfrm>
            <a:off x="156587" y="744086"/>
            <a:ext cx="8735893" cy="830997"/>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AU" altLang="ja-JP" sz="1600" b="0" i="0" u="none" strike="noStrike" kern="1200" cap="none" spc="0" normalizeH="0" baseline="0" noProof="0">
                <a:ln>
                  <a:noFill/>
                </a:ln>
                <a:solidFill>
                  <a:prstClr val="black"/>
                </a:solidFill>
                <a:effectLst/>
                <a:uLnTx/>
                <a:uFillTx/>
                <a:latin typeface="Arial"/>
                <a:ea typeface="メイリオ"/>
                <a:cs typeface="Arial"/>
              </a:rPr>
              <a:t>Having reviewed Fujifilm Group’s commitment</a:t>
            </a:r>
          </a:p>
          <a:p>
            <a:pPr marL="0" marR="0" lvl="0" indent="0" algn="l" defTabSz="362148"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a:ln>
                  <a:noFill/>
                </a:ln>
                <a:solidFill>
                  <a:srgbClr val="01916D">
                    <a:lumMod val="75000"/>
                  </a:srgbClr>
                </a:solidFill>
                <a:effectLst/>
                <a:uLnTx/>
                <a:uFillTx/>
                <a:latin typeface="Arial" panose="020B0604020202020204" pitchFamily="34" charset="0"/>
                <a:ea typeface="メイリオ"/>
                <a:cs typeface="Arial" panose="020B0604020202020204" pitchFamily="34" charset="0"/>
              </a:rPr>
              <a:t>What is the overlap between the impact you want to make (step 1) and the commitments of Fujifilm?</a:t>
            </a:r>
            <a:endParaRPr kumimoji="0" lang="en-AU" altLang="ja-JP" sz="1600" b="0" i="0" u="none" strike="noStrike" kern="1200" cap="none" spc="0" normalizeH="0" baseline="0" noProof="0">
              <a:ln>
                <a:noFill/>
              </a:ln>
              <a:solidFill>
                <a:prstClr val="black"/>
              </a:solidFill>
              <a:effectLst/>
              <a:uLnTx/>
              <a:uFillTx/>
              <a:latin typeface="Arial"/>
              <a:ea typeface="メイリオ"/>
              <a:cs typeface="Arial"/>
            </a:endParaRPr>
          </a:p>
        </p:txBody>
      </p:sp>
      <p:pic>
        <p:nvPicPr>
          <p:cNvPr id="11" name="Picture 10">
            <a:extLst>
              <a:ext uri="{FF2B5EF4-FFF2-40B4-BE49-F238E27FC236}">
                <a16:creationId xmlns:a16="http://schemas.microsoft.com/office/drawing/2014/main" id="{F70DADD9-D6BE-42C0-596C-78AD82D00A38}"/>
              </a:ext>
            </a:extLst>
          </p:cNvPr>
          <p:cNvPicPr>
            <a:picLocks noChangeAspect="1"/>
          </p:cNvPicPr>
          <p:nvPr/>
        </p:nvPicPr>
        <p:blipFill>
          <a:blip r:embed="rId3"/>
          <a:stretch>
            <a:fillRect/>
          </a:stretch>
        </p:blipFill>
        <p:spPr>
          <a:xfrm>
            <a:off x="7846930" y="3477718"/>
            <a:ext cx="946278" cy="1146331"/>
          </a:xfrm>
          <a:prstGeom prst="rect">
            <a:avLst/>
          </a:prstGeom>
        </p:spPr>
      </p:pic>
    </p:spTree>
    <p:extLst>
      <p:ext uri="{BB962C8B-B14F-4D97-AF65-F5344CB8AC3E}">
        <p14:creationId xmlns:p14="http://schemas.microsoft.com/office/powerpoint/2010/main" val="3042838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420D4-90F9-D200-915A-EE8EB3F9B83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76CE0C-1188-3695-13BC-264EF8ECA7D1}"/>
              </a:ext>
            </a:extLst>
          </p:cNvPr>
          <p:cNvSpPr>
            <a:spLocks noGrp="1"/>
          </p:cNvSpPr>
          <p:nvPr>
            <p:ph type="sldNum" sz="quarter" idx="10"/>
          </p:nvPr>
        </p:nvSpPr>
        <p:spPr/>
        <p:txBody>
          <a:bodyPr/>
          <a:lstStyle/>
          <a:p>
            <a:pPr marL="0" marR="0" lvl="0" indent="0" algn="ctr" defTabSz="362148" rtl="0" eaLnBrk="1" fontAlgn="ctr" latinLnBrk="0" hangingPunct="1">
              <a:lnSpc>
                <a:spcPct val="100000"/>
              </a:lnSpc>
              <a:spcBef>
                <a:spcPts val="0"/>
              </a:spcBef>
              <a:spcAft>
                <a:spcPts val="0"/>
              </a:spcAft>
              <a:buClrTx/>
              <a:buSzTx/>
              <a:buFontTx/>
              <a:buNone/>
              <a:tabLst/>
              <a:defRPr/>
            </a:pPr>
            <a:fld id="{9FB9FBB1-FD5B-41A6-B84B-A229A6B4BB39}" type="slidenum">
              <a:rPr kumimoji="0" lang="en-US" altLang="ja-JP" sz="1000" b="0" i="0" u="none" strike="noStrike" kern="1200" cap="none" spc="0" normalizeH="0" baseline="0" noProof="0" smtClean="0">
                <a:ln>
                  <a:noFill/>
                </a:ln>
                <a:solidFill>
                  <a:prstClr val="black"/>
                </a:solidFill>
                <a:effectLst/>
                <a:uLnTx/>
                <a:uFillTx/>
                <a:latin typeface="Arial"/>
                <a:ea typeface="メイリオ"/>
                <a:cs typeface="+mn-cs"/>
              </a:rPr>
              <a:pPr marL="0" marR="0" lvl="0" indent="0" algn="ctr" defTabSz="362148" rtl="0" eaLnBrk="1" fontAlgn="ctr" latinLnBrk="0" hangingPunct="1">
                <a:lnSpc>
                  <a:spcPct val="100000"/>
                </a:lnSpc>
                <a:spcBef>
                  <a:spcPts val="0"/>
                </a:spcBef>
                <a:spcAft>
                  <a:spcPts val="0"/>
                </a:spcAft>
                <a:buClrTx/>
                <a:buSzTx/>
                <a:buFontTx/>
                <a:buNone/>
                <a:tabLst/>
                <a:defRPr/>
              </a:pPr>
              <a:t>19</a:t>
            </a:fld>
            <a:endParaRPr kumimoji="0" lang="en-US" altLang="en-US" sz="1000" b="0" i="0" u="none" strike="noStrike" kern="1200" cap="none" spc="0" normalizeH="0" baseline="0" noProof="0">
              <a:ln>
                <a:noFill/>
              </a:ln>
              <a:solidFill>
                <a:prstClr val="black"/>
              </a:solidFill>
              <a:effectLst/>
              <a:uLnTx/>
              <a:uFillTx/>
              <a:latin typeface="Arial"/>
              <a:ea typeface="メイリオ"/>
              <a:cs typeface="+mn-cs"/>
            </a:endParaRPr>
          </a:p>
        </p:txBody>
      </p:sp>
      <p:grpSp>
        <p:nvGrpSpPr>
          <p:cNvPr id="3" name="Group 2">
            <a:extLst>
              <a:ext uri="{FF2B5EF4-FFF2-40B4-BE49-F238E27FC236}">
                <a16:creationId xmlns:a16="http://schemas.microsoft.com/office/drawing/2014/main" id="{3963FC97-56E9-22B1-648E-849A1E246DB7}"/>
              </a:ext>
            </a:extLst>
          </p:cNvPr>
          <p:cNvGrpSpPr/>
          <p:nvPr/>
        </p:nvGrpSpPr>
        <p:grpSpPr>
          <a:xfrm>
            <a:off x="179512" y="267494"/>
            <a:ext cx="1348091" cy="346382"/>
            <a:chOff x="127565" y="238493"/>
            <a:chExt cx="1348091" cy="346382"/>
          </a:xfrm>
        </p:grpSpPr>
        <p:sp>
          <p:nvSpPr>
            <p:cNvPr id="4" name="Rectangle 3">
              <a:extLst>
                <a:ext uri="{FF2B5EF4-FFF2-40B4-BE49-F238E27FC236}">
                  <a16:creationId xmlns:a16="http://schemas.microsoft.com/office/drawing/2014/main" id="{8C9FCB7D-63D6-3A8B-5198-F66B9013A348}"/>
                </a:ext>
              </a:extLst>
            </p:cNvPr>
            <p:cNvSpPr/>
            <p:nvPr/>
          </p:nvSpPr>
          <p:spPr>
            <a:xfrm>
              <a:off x="127565" y="238493"/>
              <a:ext cx="1348091" cy="327815"/>
            </a:xfrm>
            <a:prstGeom prst="rect">
              <a:avLst/>
            </a:prstGeom>
            <a:solidFill>
              <a:srgbClr val="FF9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5" name="TextBox 4">
              <a:extLst>
                <a:ext uri="{FF2B5EF4-FFF2-40B4-BE49-F238E27FC236}">
                  <a16:creationId xmlns:a16="http://schemas.microsoft.com/office/drawing/2014/main" id="{E0D21D4A-4D99-4BD3-7F10-996DCB633871}"/>
                </a:ext>
              </a:extLst>
            </p:cNvPr>
            <p:cNvSpPr txBox="1"/>
            <p:nvPr/>
          </p:nvSpPr>
          <p:spPr>
            <a:xfrm>
              <a:off x="163569" y="246321"/>
              <a:ext cx="1260359" cy="338554"/>
            </a:xfrm>
            <a:prstGeom prst="rect">
              <a:avLst/>
            </a:prstGeom>
            <a:noFill/>
          </p:spPr>
          <p:txBody>
            <a:bodyPr wrap="square" rtlCol="0">
              <a:spAutoFit/>
            </a:bodyPr>
            <a:lstStyle/>
            <a:p>
              <a:pPr marL="0" marR="0" lvl="0" indent="0" algn="ctr" defTabSz="362148"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a:ln>
                    <a:noFill/>
                  </a:ln>
                  <a:solidFill>
                    <a:prstClr val="white"/>
                  </a:solidFill>
                  <a:effectLst/>
                  <a:uLnTx/>
                  <a:uFillTx/>
                  <a:latin typeface="メイリオ"/>
                  <a:ea typeface="メイリオ"/>
                  <a:cs typeface="+mn-cs"/>
                </a:rPr>
                <a:t>Workshop</a:t>
              </a:r>
            </a:p>
          </p:txBody>
        </p:sp>
      </p:grpSp>
      <p:sp>
        <p:nvSpPr>
          <p:cNvPr id="6" name="テキスト ボックス 4">
            <a:extLst>
              <a:ext uri="{FF2B5EF4-FFF2-40B4-BE49-F238E27FC236}">
                <a16:creationId xmlns:a16="http://schemas.microsoft.com/office/drawing/2014/main" id="{E7735A43-133B-26CA-8232-D043E16109B1}"/>
              </a:ext>
            </a:extLst>
          </p:cNvPr>
          <p:cNvSpPr txBox="1"/>
          <p:nvPr/>
        </p:nvSpPr>
        <p:spPr>
          <a:xfrm>
            <a:off x="1527603" y="238493"/>
            <a:ext cx="6991310" cy="400110"/>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US" altLang="ja-JP" sz="2000" b="0" i="0" u="none" strike="noStrike" kern="1200" cap="none" spc="0" normalizeH="0" baseline="0" noProof="0">
                <a:ln>
                  <a:noFill/>
                </a:ln>
                <a:solidFill>
                  <a:prstClr val="black"/>
                </a:solidFill>
                <a:effectLst/>
                <a:uLnTx/>
                <a:uFillTx/>
                <a:latin typeface="メイリオ"/>
                <a:ea typeface="メイリオ"/>
                <a:cs typeface="+mn-cs"/>
              </a:rPr>
              <a:t>Determining My ASPIRATION With Fujifilm</a:t>
            </a:r>
            <a:endParaRPr kumimoji="0" lang="ja-JP" altLang="en-US" sz="1800" b="0" i="0" u="none" strike="noStrike" kern="1200" cap="none" spc="0" normalizeH="0" baseline="0" noProof="0">
              <a:ln>
                <a:noFill/>
              </a:ln>
              <a:solidFill>
                <a:prstClr val="black"/>
              </a:solidFill>
              <a:effectLst/>
              <a:uLnTx/>
              <a:uFillTx/>
              <a:latin typeface="メイリオ"/>
              <a:ea typeface="メイリオ"/>
              <a:cs typeface="+mn-cs"/>
            </a:endParaRPr>
          </a:p>
        </p:txBody>
      </p:sp>
      <p:sp>
        <p:nvSpPr>
          <p:cNvPr id="8" name="Rectangle 7">
            <a:extLst>
              <a:ext uri="{FF2B5EF4-FFF2-40B4-BE49-F238E27FC236}">
                <a16:creationId xmlns:a16="http://schemas.microsoft.com/office/drawing/2014/main" id="{07456718-AD33-E04D-24AE-0E9F913E58C1}"/>
              </a:ext>
            </a:extLst>
          </p:cNvPr>
          <p:cNvSpPr/>
          <p:nvPr/>
        </p:nvSpPr>
        <p:spPr>
          <a:xfrm>
            <a:off x="228754" y="1330036"/>
            <a:ext cx="8663727" cy="3401953"/>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362148" rtl="0" eaLnBrk="1" fontAlgn="auto" latinLnBrk="0" hangingPunct="1">
              <a:lnSpc>
                <a:spcPct val="100000"/>
              </a:lnSpc>
              <a:spcBef>
                <a:spcPts val="0"/>
              </a:spcBef>
              <a:spcAft>
                <a:spcPts val="0"/>
              </a:spcAft>
              <a:buClrTx/>
              <a:buSzTx/>
              <a:buFontTx/>
              <a:buNone/>
              <a:tabLst/>
              <a:defRPr/>
            </a:pPr>
            <a:endParaRPr kumimoji="0" lang="en-AU" sz="1426" b="0" i="0" u="none" strike="noStrike" kern="1200" cap="none" spc="0" normalizeH="0" baseline="0" noProof="0">
              <a:ln>
                <a:noFill/>
              </a:ln>
              <a:solidFill>
                <a:prstClr val="white"/>
              </a:solidFill>
              <a:effectLst/>
              <a:uLnTx/>
              <a:uFillTx/>
              <a:latin typeface="Arial"/>
              <a:ea typeface="メイリオ"/>
              <a:cs typeface="+mn-cs"/>
            </a:endParaRPr>
          </a:p>
        </p:txBody>
      </p:sp>
      <p:sp>
        <p:nvSpPr>
          <p:cNvPr id="17" name="TextBox 16">
            <a:extLst>
              <a:ext uri="{FF2B5EF4-FFF2-40B4-BE49-F238E27FC236}">
                <a16:creationId xmlns:a16="http://schemas.microsoft.com/office/drawing/2014/main" id="{D847E1FA-37E2-B7E4-FA5B-90DA58BE9986}"/>
              </a:ext>
            </a:extLst>
          </p:cNvPr>
          <p:cNvSpPr txBox="1"/>
          <p:nvPr/>
        </p:nvSpPr>
        <p:spPr>
          <a:xfrm>
            <a:off x="156588" y="744086"/>
            <a:ext cx="8758658" cy="738664"/>
          </a:xfrm>
          <a:prstGeom prst="rect">
            <a:avLst/>
          </a:prstGeom>
          <a:noFill/>
        </p:spPr>
        <p:txBody>
          <a:bodyPr wrap="square">
            <a:spAutoFit/>
          </a:bodyPr>
          <a:lstStyle/>
          <a:p>
            <a:pPr marL="0" marR="0" lvl="0" indent="0" algn="l" defTabSz="362148" rtl="0" eaLnBrk="1" fontAlgn="auto" latinLnBrk="0" hangingPunct="1">
              <a:lnSpc>
                <a:spcPct val="100000"/>
              </a:lnSpc>
              <a:spcBef>
                <a:spcPts val="0"/>
              </a:spcBef>
              <a:spcAft>
                <a:spcPts val="0"/>
              </a:spcAft>
              <a:buClrTx/>
              <a:buSzTx/>
              <a:buFontTx/>
              <a:buNone/>
              <a:tabLst/>
              <a:defRPr/>
            </a:pPr>
            <a:r>
              <a:rPr kumimoji="0" lang="en-AU" altLang="ja-JP" sz="1400" b="0" i="0" u="none" strike="noStrike" kern="1200" cap="none" spc="0" normalizeH="0" baseline="0" noProof="0">
                <a:ln>
                  <a:noFill/>
                </a:ln>
                <a:solidFill>
                  <a:prstClr val="black"/>
                </a:solidFill>
                <a:effectLst/>
                <a:uLnTx/>
                <a:uFillTx/>
                <a:latin typeface="Arial"/>
                <a:ea typeface="メイリオ"/>
                <a:cs typeface="Arial"/>
              </a:rPr>
              <a:t>Determine my aspiration based on the overlap between the impact I want to make (step 1) and the commitments of Fujifilm (step 2)</a:t>
            </a:r>
          </a:p>
          <a:p>
            <a:pPr marL="0" marR="0" lvl="0" indent="0" algn="l" defTabSz="362148" rtl="0" eaLnBrk="1" fontAlgn="auto" latinLnBrk="0" hangingPunct="1">
              <a:lnSpc>
                <a:spcPct val="100000"/>
              </a:lnSpc>
              <a:spcBef>
                <a:spcPts val="0"/>
              </a:spcBef>
              <a:spcAft>
                <a:spcPts val="0"/>
              </a:spcAft>
              <a:buClrTx/>
              <a:buSzTx/>
              <a:buFontTx/>
              <a:buNone/>
              <a:tabLst/>
              <a:defRPr/>
            </a:pPr>
            <a:endParaRPr kumimoji="0" lang="en-AU" altLang="ja-JP" sz="1400" b="0" i="0" u="none" strike="noStrike" kern="1200" cap="none" spc="0" normalizeH="0" baseline="0" noProof="0">
              <a:ln>
                <a:noFill/>
              </a:ln>
              <a:solidFill>
                <a:prstClr val="black"/>
              </a:solidFill>
              <a:effectLst/>
              <a:uLnTx/>
              <a:uFillTx/>
              <a:latin typeface="Arial"/>
              <a:ea typeface="メイリオ"/>
              <a:cs typeface="Arial"/>
            </a:endParaRPr>
          </a:p>
        </p:txBody>
      </p:sp>
      <p:pic>
        <p:nvPicPr>
          <p:cNvPr id="7" name="Picture 6">
            <a:extLst>
              <a:ext uri="{FF2B5EF4-FFF2-40B4-BE49-F238E27FC236}">
                <a16:creationId xmlns:a16="http://schemas.microsoft.com/office/drawing/2014/main" id="{2B6ED31F-133D-781B-801E-0BE49F6B1B0D}"/>
              </a:ext>
            </a:extLst>
          </p:cNvPr>
          <p:cNvPicPr>
            <a:picLocks noChangeAspect="1"/>
          </p:cNvPicPr>
          <p:nvPr/>
        </p:nvPicPr>
        <p:blipFill>
          <a:blip r:embed="rId3"/>
          <a:stretch>
            <a:fillRect/>
          </a:stretch>
        </p:blipFill>
        <p:spPr>
          <a:xfrm>
            <a:off x="7884826" y="3515245"/>
            <a:ext cx="908382" cy="1100423"/>
          </a:xfrm>
          <a:prstGeom prst="rect">
            <a:avLst/>
          </a:prstGeom>
        </p:spPr>
      </p:pic>
    </p:spTree>
    <p:extLst>
      <p:ext uri="{BB962C8B-B14F-4D97-AF65-F5344CB8AC3E}">
        <p14:creationId xmlns:p14="http://schemas.microsoft.com/office/powerpoint/2010/main" val="4293929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13062"/>
      </p:ext>
    </p:extLst>
  </p:cSld>
  <p:clrMapOvr>
    <a:masterClrMapping/>
  </p:clrMapOvr>
</p:sld>
</file>

<file path=ppt/theme/theme1.xml><?xml version="1.0" encoding="utf-8"?>
<a:theme xmlns:a="http://schemas.openxmlformats.org/drawingml/2006/main" name="テンプレート">
  <a:themeElements>
    <a:clrScheme name="ユーザー定義 1">
      <a:dk1>
        <a:sysClr val="windowText" lastClr="000000"/>
      </a:dk1>
      <a:lt1>
        <a:sysClr val="window" lastClr="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ユーザー定義 E">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3_PPTtemplate_16×9_photo_e" id="{7A2C841E-D320-D94E-8B1D-E97E2D2B7E39}" vid="{2A6922B3-F810-4049-91CD-90A2C36DDB3C}"/>
    </a:ext>
  </a:extLst>
</a:theme>
</file>

<file path=ppt/theme/theme2.xml><?xml version="1.0" encoding="utf-8"?>
<a:theme xmlns:a="http://schemas.openxmlformats.org/drawingml/2006/main" name="1_テンプレート">
  <a:themeElements>
    <a:clrScheme name="ユーザー定義 1">
      <a:dk1>
        <a:sysClr val="windowText" lastClr="000000"/>
      </a:dk1>
      <a:lt1>
        <a:sysClr val="window" lastClr="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ユーザー定義 E">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3_PPTtemplate_16×9_photo_e" id="{7A2C841E-D320-D94E-8B1D-E97E2D2B7E39}" vid="{2A6922B3-F810-4049-91CD-90A2C36DDB3C}"/>
    </a:ext>
  </a:extLst>
</a:theme>
</file>

<file path=ppt/theme/theme3.xml><?xml version="1.0" encoding="utf-8"?>
<a:theme xmlns:a="http://schemas.openxmlformats.org/drawingml/2006/main" name="2_テンプレート">
  <a:themeElements>
    <a:clrScheme name="ユーザー定義 1">
      <a:dk1>
        <a:sysClr val="windowText" lastClr="000000"/>
      </a:dk1>
      <a:lt1>
        <a:sysClr val="window" lastClr="FFFFFF"/>
      </a:lt1>
      <a:dk2>
        <a:srgbClr val="01916D"/>
      </a:dk2>
      <a:lt2>
        <a:srgbClr val="FB0020"/>
      </a:lt2>
      <a:accent1>
        <a:srgbClr val="01916D"/>
      </a:accent1>
      <a:accent2>
        <a:srgbClr val="67BDA7"/>
      </a:accent2>
      <a:accent3>
        <a:srgbClr val="CCE9E2"/>
      </a:accent3>
      <a:accent4>
        <a:srgbClr val="014937"/>
      </a:accent4>
      <a:accent5>
        <a:srgbClr val="858585"/>
      </a:accent5>
      <a:accent6>
        <a:srgbClr val="D6D6D6"/>
      </a:accent6>
      <a:hlink>
        <a:srgbClr val="0000FF"/>
      </a:hlink>
      <a:folHlink>
        <a:srgbClr val="800080"/>
      </a:folHlink>
    </a:clrScheme>
    <a:fontScheme name="ユーザー定義 E">
      <a:majorFont>
        <a:latin typeface="Arial"/>
        <a:ea typeface="メイリオ"/>
        <a:cs typeface=""/>
      </a:majorFont>
      <a:minorFont>
        <a:latin typeface="Arial"/>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03_PPTtemplate_16×9_photo_e" id="{7A2C841E-D320-D94E-8B1D-E97E2D2B7E39}" vid="{2A6922B3-F810-4049-91CD-90A2C36DDB3C}"/>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CustomAttrDateTime10 xmlns="100de3f4-da7f-4f5e-ad54-e0fe018ef34c" xsi:nil="true"/>
    <CustomAttrDateTime05 xmlns="100de3f4-da7f-4f5e-ad54-e0fe018ef34c" xsi:nil="true"/>
    <CustomAttrChoice10 xmlns="100de3f4-da7f-4f5e-ad54-e0fe018ef34c" xsi:nil="true"/>
    <Archiveable xmlns="100de3f4-da7f-4f5e-ad54-e0fe018ef34c">false</Archiveable>
    <CustomAttrString04 xmlns="100de3f4-da7f-4f5e-ad54-e0fe018ef34c" xsi:nil="true"/>
    <CustomAttrChoice07 xmlns="100de3f4-da7f-4f5e-ad54-e0fe018ef34c" xsi:nil="true"/>
    <RetentionDate xmlns="100de3f4-da7f-4f5e-ad54-e0fe018ef34c" xsi:nil="true"/>
    <CustomAttrDateTime01 xmlns="100de3f4-da7f-4f5e-ad54-e0fe018ef34c" xsi:nil="true"/>
    <CustomAttrString10 xmlns="100de3f4-da7f-4f5e-ad54-e0fe018ef34c" xsi:nil="true"/>
    <CustomAttrString05 xmlns="100de3f4-da7f-4f5e-ad54-e0fe018ef34c" xsi:nil="true"/>
    <CustomAttrChoice01 xmlns="100de3f4-da7f-4f5e-ad54-e0fe018ef34c" xsi:nil="true"/>
    <CustomAttrChoice04 xmlns="100de3f4-da7f-4f5e-ad54-e0fe018ef34c" xsi:nil="true"/>
    <AutoArchive xmlns="100de3f4-da7f-4f5e-ad54-e0fe018ef34c">true</AutoArchive>
    <CustomAttrDateTime06 xmlns="100de3f4-da7f-4f5e-ad54-e0fe018ef34c" xsi:nil="true"/>
    <CustomAttrDateTime08 xmlns="100de3f4-da7f-4f5e-ad54-e0fe018ef34c" xsi:nil="true"/>
    <DocumentLanguage xmlns="100de3f4-da7f-4f5e-ad54-e0fe018ef34c">en</DocumentLanguage>
    <CustomAttrString01 xmlns="100de3f4-da7f-4f5e-ad54-e0fe018ef34c" xsi:nil="true"/>
    <CustomAttrString06 xmlns="100de3f4-da7f-4f5e-ad54-e0fe018ef34c" xsi:nil="true"/>
    <CustomAttrChoice05 xmlns="100de3f4-da7f-4f5e-ad54-e0fe018ef34c" xsi:nil="true"/>
    <CustomAttrDateTime02 xmlns="100de3f4-da7f-4f5e-ad54-e0fe018ef34c" xsi:nil="true"/>
    <CustomAttrDateTime07 xmlns="100de3f4-da7f-4f5e-ad54-e0fe018ef34c" xsi:nil="true"/>
    <CustomAttrDateTime09 xmlns="100de3f4-da7f-4f5e-ad54-e0fe018ef34c" xsi:nil="true"/>
    <CustomAttrString02 xmlns="100de3f4-da7f-4f5e-ad54-e0fe018ef34c" xsi:nil="true"/>
    <CustomAttrString07 xmlns="100de3f4-da7f-4f5e-ad54-e0fe018ef34c" xsi:nil="true"/>
    <CustomAttrString08 xmlns="100de3f4-da7f-4f5e-ad54-e0fe018ef34c" xsi:nil="true"/>
    <CustomAttrChoice02 xmlns="100de3f4-da7f-4f5e-ad54-e0fe018ef34c" xsi:nil="true"/>
    <CustomAttrChoice08 xmlns="100de3f4-da7f-4f5e-ad54-e0fe018ef34c" xsi:nil="true"/>
    <CustomAttrDateTime03 xmlns="100de3f4-da7f-4f5e-ad54-e0fe018ef34c" xsi:nil="true"/>
    <CustomAttrDateTime04 xmlns="100de3f4-da7f-4f5e-ad54-e0fe018ef34c" xsi:nil="true"/>
    <CustomAttrString03 xmlns="100de3f4-da7f-4f5e-ad54-e0fe018ef34c" xsi:nil="true"/>
    <CustomAttrString09 xmlns="100de3f4-da7f-4f5e-ad54-e0fe018ef34c" xsi:nil="true"/>
    <CustomAttrChoice03 xmlns="100de3f4-da7f-4f5e-ad54-e0fe018ef34c" xsi:nil="true"/>
    <CustomAttrChoice06 xmlns="100de3f4-da7f-4f5e-ad54-e0fe018ef34c" xsi:nil="true"/>
    <CustomAttrChoice09 xmlns="100de3f4-da7f-4f5e-ad54-e0fe018ef34c" xsi:nil="true"/>
    <_dlc_DocId xmlns="027c9b9d-4e45-4e21-aa3d-6bc7843a22de">F5AV65WSRHQ3-2010914306-309830</_dlc_DocId>
    <_dlc_DocIdUrl xmlns="027c9b9d-4e45-4e21-aa3d-6bc7843a22de">
      <Url>https://fujifilm0.sharepoint.com/sites/ap-dms-foph1/04/_layouts/15/DocIdRedir.aspx?ID=F5AV65WSRHQ3-2010914306-309830</Url>
      <Description>F5AV65WSRHQ3-2010914306-309830</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General document" ma:contentTypeID="0x010100EDD0ECE172EDB142B5548E7F6B1A64E700532BA6295E48F444850C8F7CC8862B29" ma:contentTypeVersion="74" ma:contentTypeDescription="Create a new document." ma:contentTypeScope="" ma:versionID="cd0424246627d2e60c48af72731fdf0d">
  <xsd:schema xmlns:xsd="http://www.w3.org/2001/XMLSchema" xmlns:xs="http://www.w3.org/2001/XMLSchema" xmlns:p="http://schemas.microsoft.com/office/2006/metadata/properties" xmlns:ns2="100de3f4-da7f-4f5e-ad54-e0fe018ef34c" xmlns:ns3="027c9b9d-4e45-4e21-aa3d-6bc7843a22de" xmlns:ns4="5bcd196a-b207-4e1b-a311-fb8831a33bc8" targetNamespace="http://schemas.microsoft.com/office/2006/metadata/properties" ma:root="true" ma:fieldsID="e3930592d2249bd2d19cb7bfd77df96b" ns2:_="" ns3:_="" ns4:_="">
    <xsd:import namespace="100de3f4-da7f-4f5e-ad54-e0fe018ef34c"/>
    <xsd:import namespace="027c9b9d-4e45-4e21-aa3d-6bc7843a22de"/>
    <xsd:import namespace="5bcd196a-b207-4e1b-a311-fb8831a33bc8"/>
    <xsd:element name="properties">
      <xsd:complexType>
        <xsd:sequence>
          <xsd:element name="documentManagement">
            <xsd:complexType>
              <xsd:all>
                <xsd:element ref="ns2:Archiveable" minOccurs="0"/>
                <xsd:element ref="ns2:AutoArchive" minOccurs="0"/>
                <xsd:element ref="ns2:RetentionDate" minOccurs="0"/>
                <xsd:element ref="ns2:DocumentLanguage" minOccurs="0"/>
                <xsd:element ref="ns2:CustomAttrString01" minOccurs="0"/>
                <xsd:element ref="ns2:CustomAttrString02" minOccurs="0"/>
                <xsd:element ref="ns2:CustomAttrString03" minOccurs="0"/>
                <xsd:element ref="ns2:CustomAttrString04" minOccurs="0"/>
                <xsd:element ref="ns2:CustomAttrString05" minOccurs="0"/>
                <xsd:element ref="ns2:CustomAttrString06" minOccurs="0"/>
                <xsd:element ref="ns2:CustomAttrString07" minOccurs="0"/>
                <xsd:element ref="ns2:CustomAttrString08" minOccurs="0"/>
                <xsd:element ref="ns2:CustomAttrString09" minOccurs="0"/>
                <xsd:element ref="ns2:CustomAttrString10" minOccurs="0"/>
                <xsd:element ref="ns2:CustomAttrChoice01" minOccurs="0"/>
                <xsd:element ref="ns2:CustomAttrChoice02" minOccurs="0"/>
                <xsd:element ref="ns2:CustomAttrChoice03" minOccurs="0"/>
                <xsd:element ref="ns2:CustomAttrChoice04" minOccurs="0"/>
                <xsd:element ref="ns2:CustomAttrChoice05" minOccurs="0"/>
                <xsd:element ref="ns2:CustomAttrChoice06" minOccurs="0"/>
                <xsd:element ref="ns2:CustomAttrChoice07" minOccurs="0"/>
                <xsd:element ref="ns2:CustomAttrChoice08" minOccurs="0"/>
                <xsd:element ref="ns2:CustomAttrChoice09" minOccurs="0"/>
                <xsd:element ref="ns2:CustomAttrChoice10" minOccurs="0"/>
                <xsd:element ref="ns2:CustomAttrDateTime01" minOccurs="0"/>
                <xsd:element ref="ns2:CustomAttrDateTime02" minOccurs="0"/>
                <xsd:element ref="ns2:CustomAttrDateTime03" minOccurs="0"/>
                <xsd:element ref="ns2:CustomAttrDateTime04" minOccurs="0"/>
                <xsd:element ref="ns2:CustomAttrDateTime05" minOccurs="0"/>
                <xsd:element ref="ns2:CustomAttrDateTime06" minOccurs="0"/>
                <xsd:element ref="ns2:CustomAttrDateTime07" minOccurs="0"/>
                <xsd:element ref="ns2:CustomAttrDateTime08" minOccurs="0"/>
                <xsd:element ref="ns2:CustomAttrDateTime09" minOccurs="0"/>
                <xsd:element ref="ns2:CustomAttrDateTime10" minOccurs="0"/>
                <xsd:element ref="ns3:_dlc_DocId" minOccurs="0"/>
                <xsd:element ref="ns3:_dlc_DocIdUrl" minOccurs="0"/>
                <xsd:element ref="ns3:_dlc_DocIdPersistId" minOccurs="0"/>
                <xsd:element ref="ns4:MediaServiceMetadata" minOccurs="0"/>
                <xsd:element ref="ns4:MediaServiceFastMetadata" minOccurs="0"/>
                <xsd:element ref="ns4:MediaServiceSearchProperties" minOccurs="0"/>
                <xsd:element ref="ns4:MediaServiceBillingMetadata" minOccurs="0"/>
                <xsd:element ref="ns4:MediaServiceDateTaken" minOccurs="0"/>
                <xsd:element ref="ns4:MediaServiceGenerationTime" minOccurs="0"/>
                <xsd:element ref="ns4:MediaServiceEventHashCode"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0de3f4-da7f-4f5e-ad54-e0fe018ef34c" elementFormDefault="qualified">
    <xsd:import namespace="http://schemas.microsoft.com/office/2006/documentManagement/types"/>
    <xsd:import namespace="http://schemas.microsoft.com/office/infopath/2007/PartnerControls"/>
    <xsd:element name="Archiveable" ma:index="2" nillable="true" ma:displayName="Archiveable" ma:default="0" ma:internalName="Archiveable">
      <xsd:simpleType>
        <xsd:restriction base="dms:Boolean"/>
      </xsd:simpleType>
    </xsd:element>
    <xsd:element name="AutoArchive" ma:index="3" nillable="true" ma:displayName="Auto Archive" ma:default="1" ma:internalName="AutoArchive">
      <xsd:simpleType>
        <xsd:restriction base="dms:Boolean"/>
      </xsd:simpleType>
    </xsd:element>
    <xsd:element name="RetentionDate" ma:index="4" nillable="true" ma:displayName="Retention Date" ma:decimals="0" ma:internalName="RetentionDate" ma:percentage="FALSE">
      <xsd:simpleType>
        <xsd:restriction base="dms:Number">
          <xsd:minInclusive value="2000"/>
        </xsd:restriction>
      </xsd:simpleType>
    </xsd:element>
    <xsd:element name="DocumentLanguage" ma:index="5" nillable="true" ma:displayName="Document Language" ma:default="en" ma:format="Dropdown" ma:internalName="DocumentLanguage">
      <xsd:simpleType>
        <xsd:restriction base="dms:Choice">
          <xsd:enumeration value="ja"/>
          <xsd:enumeration value="en"/>
        </xsd:restriction>
      </xsd:simpleType>
    </xsd:element>
    <xsd:element name="CustomAttrString01" ma:index="6" nillable="true" ma:displayName="CustomAttrString01" ma:hidden="true" ma:internalName="CustomAttrString01" ma:readOnly="false">
      <xsd:simpleType>
        <xsd:restriction base="dms:Text">
          <xsd:maxLength value="255"/>
        </xsd:restriction>
      </xsd:simpleType>
    </xsd:element>
    <xsd:element name="CustomAttrString02" ma:index="7" nillable="true" ma:displayName="CustomAttrString02" ma:hidden="true" ma:internalName="CustomAttrString02" ma:readOnly="false">
      <xsd:simpleType>
        <xsd:restriction base="dms:Text">
          <xsd:maxLength value="255"/>
        </xsd:restriction>
      </xsd:simpleType>
    </xsd:element>
    <xsd:element name="CustomAttrString03" ma:index="8" nillable="true" ma:displayName="CustomAttrString03" ma:hidden="true" ma:internalName="CustomAttrString03" ma:readOnly="false">
      <xsd:simpleType>
        <xsd:restriction base="dms:Text">
          <xsd:maxLength value="255"/>
        </xsd:restriction>
      </xsd:simpleType>
    </xsd:element>
    <xsd:element name="CustomAttrString04" ma:index="9" nillable="true" ma:displayName="CustomAttrString04" ma:hidden="true" ma:internalName="CustomAttrString04" ma:readOnly="false">
      <xsd:simpleType>
        <xsd:restriction base="dms:Text">
          <xsd:maxLength value="255"/>
        </xsd:restriction>
      </xsd:simpleType>
    </xsd:element>
    <xsd:element name="CustomAttrString05" ma:index="10" nillable="true" ma:displayName="CustomAttrString05" ma:hidden="true" ma:internalName="CustomAttrString05" ma:readOnly="false">
      <xsd:simpleType>
        <xsd:restriction base="dms:Text">
          <xsd:maxLength value="255"/>
        </xsd:restriction>
      </xsd:simpleType>
    </xsd:element>
    <xsd:element name="CustomAttrString06" ma:index="11" nillable="true" ma:displayName="CustomAttrString06" ma:hidden="true" ma:internalName="CustomAttrString06" ma:readOnly="false">
      <xsd:simpleType>
        <xsd:restriction base="dms:Text">
          <xsd:maxLength value="255"/>
        </xsd:restriction>
      </xsd:simpleType>
    </xsd:element>
    <xsd:element name="CustomAttrString07" ma:index="12" nillable="true" ma:displayName="CustomAttrString07" ma:hidden="true" ma:internalName="CustomAttrString07" ma:readOnly="false">
      <xsd:simpleType>
        <xsd:restriction base="dms:Text">
          <xsd:maxLength value="255"/>
        </xsd:restriction>
      </xsd:simpleType>
    </xsd:element>
    <xsd:element name="CustomAttrString08" ma:index="13" nillable="true" ma:displayName="CustomAttrString08" ma:hidden="true" ma:internalName="CustomAttrString08" ma:readOnly="false">
      <xsd:simpleType>
        <xsd:restriction base="dms:Text">
          <xsd:maxLength value="255"/>
        </xsd:restriction>
      </xsd:simpleType>
    </xsd:element>
    <xsd:element name="CustomAttrString09" ma:index="14" nillable="true" ma:displayName="CustomAttrString09" ma:hidden="true" ma:internalName="CustomAttrString09" ma:readOnly="false">
      <xsd:simpleType>
        <xsd:restriction base="dms:Text">
          <xsd:maxLength value="255"/>
        </xsd:restriction>
      </xsd:simpleType>
    </xsd:element>
    <xsd:element name="CustomAttrString10" ma:index="15" nillable="true" ma:displayName="CustomAttrString10" ma:hidden="true" ma:internalName="CustomAttrString10" ma:readOnly="false">
      <xsd:simpleType>
        <xsd:restriction base="dms:Text">
          <xsd:maxLength value="255"/>
        </xsd:restriction>
      </xsd:simpleType>
    </xsd:element>
    <xsd:element name="CustomAttrChoice01" ma:index="16" nillable="true" ma:displayName="CustomAttrChoice01" ma:format="Dropdown" ma:hidden="true" ma:internalName="CustomAttrChoice01" ma:readOnly="false">
      <xsd:simpleType>
        <xsd:restriction base="dms:Choice">
          <xsd:enumeration value="Enter Choice #1"/>
          <xsd:enumeration value="Enter Choice #2"/>
          <xsd:enumeration value="Enter Choice #3"/>
        </xsd:restriction>
      </xsd:simpleType>
    </xsd:element>
    <xsd:element name="CustomAttrChoice02" ma:index="17" nillable="true" ma:displayName="CustomAttrChoice02" ma:format="Dropdown" ma:hidden="true" ma:internalName="CustomAttrChoice02" ma:readOnly="false">
      <xsd:simpleType>
        <xsd:restriction base="dms:Choice">
          <xsd:enumeration value="Enter Choice #1"/>
          <xsd:enumeration value="Enter Choice #2"/>
          <xsd:enumeration value="Enter Choice #3"/>
        </xsd:restriction>
      </xsd:simpleType>
    </xsd:element>
    <xsd:element name="CustomAttrChoice03" ma:index="18" nillable="true" ma:displayName="CustomAttrChoice03" ma:format="Dropdown" ma:hidden="true" ma:internalName="CustomAttrChoice03" ma:readOnly="false">
      <xsd:simpleType>
        <xsd:restriction base="dms:Choice">
          <xsd:enumeration value="Enter Choice #1"/>
          <xsd:enumeration value="Enter Choice #2"/>
          <xsd:enumeration value="Enter Choice #3"/>
        </xsd:restriction>
      </xsd:simpleType>
    </xsd:element>
    <xsd:element name="CustomAttrChoice04" ma:index="19" nillable="true" ma:displayName="CustomAttrChoice04" ma:format="Dropdown" ma:hidden="true" ma:internalName="CustomAttrChoice04" ma:readOnly="false">
      <xsd:simpleType>
        <xsd:restriction base="dms:Choice">
          <xsd:enumeration value="Enter Choice #1"/>
          <xsd:enumeration value="Enter Choice #2"/>
          <xsd:enumeration value="Enter Choice #3"/>
        </xsd:restriction>
      </xsd:simpleType>
    </xsd:element>
    <xsd:element name="CustomAttrChoice05" ma:index="20" nillable="true" ma:displayName="CustomAttrChoice05" ma:format="Dropdown" ma:hidden="true" ma:internalName="CustomAttrChoice05" ma:readOnly="false">
      <xsd:simpleType>
        <xsd:restriction base="dms:Choice">
          <xsd:enumeration value="Enter Choice #1"/>
          <xsd:enumeration value="Enter Choice #2"/>
          <xsd:enumeration value="Enter Choice #3"/>
        </xsd:restriction>
      </xsd:simpleType>
    </xsd:element>
    <xsd:element name="CustomAttrChoice06" ma:index="21" nillable="true" ma:displayName="CustomAttrChoice06" ma:format="Dropdown" ma:hidden="true" ma:internalName="CustomAttrChoice06" ma:readOnly="false">
      <xsd:simpleType>
        <xsd:restriction base="dms:Choice">
          <xsd:enumeration value="Enter Choice #1"/>
          <xsd:enumeration value="Enter Choice #2"/>
          <xsd:enumeration value="Enter Choice #3"/>
        </xsd:restriction>
      </xsd:simpleType>
    </xsd:element>
    <xsd:element name="CustomAttrChoice07" ma:index="22" nillable="true" ma:displayName="CustomAttrChoice07" ma:format="Dropdown" ma:hidden="true" ma:internalName="CustomAttrChoice07" ma:readOnly="false">
      <xsd:simpleType>
        <xsd:restriction base="dms:Choice">
          <xsd:enumeration value="Enter Choice #1"/>
          <xsd:enumeration value="Enter Choice #2"/>
          <xsd:enumeration value="Enter Choice #3"/>
        </xsd:restriction>
      </xsd:simpleType>
    </xsd:element>
    <xsd:element name="CustomAttrChoice08" ma:index="23" nillable="true" ma:displayName="CustomAttrChoice08" ma:format="Dropdown" ma:hidden="true" ma:internalName="CustomAttrChoice08" ma:readOnly="false">
      <xsd:simpleType>
        <xsd:restriction base="dms:Choice">
          <xsd:enumeration value="Enter Choice #1"/>
          <xsd:enumeration value="Enter Choice #2"/>
          <xsd:enumeration value="Enter Choice #3"/>
        </xsd:restriction>
      </xsd:simpleType>
    </xsd:element>
    <xsd:element name="CustomAttrChoice09" ma:index="24" nillable="true" ma:displayName="CustomAttrChoice09" ma:format="Dropdown" ma:hidden="true" ma:internalName="CustomAttrChoice09" ma:readOnly="false">
      <xsd:simpleType>
        <xsd:restriction base="dms:Choice">
          <xsd:enumeration value="Enter Choice #1"/>
          <xsd:enumeration value="Enter Choice #2"/>
          <xsd:enumeration value="Enter Choice #3"/>
        </xsd:restriction>
      </xsd:simpleType>
    </xsd:element>
    <xsd:element name="CustomAttrChoice10" ma:index="25" nillable="true" ma:displayName="CustomAttrChoice10" ma:format="Dropdown" ma:hidden="true" ma:internalName="CustomAttrChoice10" ma:readOnly="false">
      <xsd:simpleType>
        <xsd:restriction base="dms:Choice">
          <xsd:enumeration value="Enter Choice #1"/>
          <xsd:enumeration value="Enter Choice #2"/>
          <xsd:enumeration value="Enter Choice #3"/>
        </xsd:restriction>
      </xsd:simpleType>
    </xsd:element>
    <xsd:element name="CustomAttrDateTime01" ma:index="26" nillable="true" ma:displayName="CustomAttrDateTime01" ma:format="DateOnly" ma:hidden="true" ma:internalName="CustomAttrDateTime01" ma:readOnly="false">
      <xsd:simpleType>
        <xsd:restriction base="dms:DateTime"/>
      </xsd:simpleType>
    </xsd:element>
    <xsd:element name="CustomAttrDateTime02" ma:index="27" nillable="true" ma:displayName="CustomAttrDateTime02" ma:format="DateOnly" ma:hidden="true" ma:internalName="CustomAttrDateTime02" ma:readOnly="false">
      <xsd:simpleType>
        <xsd:restriction base="dms:DateTime"/>
      </xsd:simpleType>
    </xsd:element>
    <xsd:element name="CustomAttrDateTime03" ma:index="28" nillable="true" ma:displayName="CustomAttrDateTime03" ma:format="DateOnly" ma:hidden="true" ma:internalName="CustomAttrDateTime03" ma:readOnly="false">
      <xsd:simpleType>
        <xsd:restriction base="dms:DateTime"/>
      </xsd:simpleType>
    </xsd:element>
    <xsd:element name="CustomAttrDateTime04" ma:index="29" nillable="true" ma:displayName="CustomAttrDateTime04" ma:format="DateOnly" ma:hidden="true" ma:internalName="CustomAttrDateTime04" ma:readOnly="false">
      <xsd:simpleType>
        <xsd:restriction base="dms:DateTime"/>
      </xsd:simpleType>
    </xsd:element>
    <xsd:element name="CustomAttrDateTime05" ma:index="30" nillable="true" ma:displayName="CustomAttrDateTime05" ma:format="DateOnly" ma:hidden="true" ma:internalName="CustomAttrDateTime05" ma:readOnly="false">
      <xsd:simpleType>
        <xsd:restriction base="dms:DateTime"/>
      </xsd:simpleType>
    </xsd:element>
    <xsd:element name="CustomAttrDateTime06" ma:index="31" nillable="true" ma:displayName="CustomAttrDateTime06" ma:format="DateOnly" ma:hidden="true" ma:internalName="CustomAttrDateTime06" ma:readOnly="false">
      <xsd:simpleType>
        <xsd:restriction base="dms:DateTime"/>
      </xsd:simpleType>
    </xsd:element>
    <xsd:element name="CustomAttrDateTime07" ma:index="32" nillable="true" ma:displayName="CustomAttrDateTime07" ma:format="DateOnly" ma:hidden="true" ma:internalName="CustomAttrDateTime07" ma:readOnly="false">
      <xsd:simpleType>
        <xsd:restriction base="dms:DateTime"/>
      </xsd:simpleType>
    </xsd:element>
    <xsd:element name="CustomAttrDateTime08" ma:index="33" nillable="true" ma:displayName="CustomAttrDateTime08" ma:format="DateOnly" ma:hidden="true" ma:internalName="CustomAttrDateTime08" ma:readOnly="false">
      <xsd:simpleType>
        <xsd:restriction base="dms:DateTime"/>
      </xsd:simpleType>
    </xsd:element>
    <xsd:element name="CustomAttrDateTime09" ma:index="34" nillable="true" ma:displayName="CustomAttrDateTime09" ma:format="DateOnly" ma:hidden="true" ma:internalName="CustomAttrDateTime09" ma:readOnly="false">
      <xsd:simpleType>
        <xsd:restriction base="dms:DateTime"/>
      </xsd:simpleType>
    </xsd:element>
    <xsd:element name="CustomAttrDateTime10" ma:index="35" nillable="true" ma:displayName="CustomAttrDateTime10" ma:format="DateOnly" ma:hidden="true" ma:internalName="CustomAttrDateTime10" ma:readOnly="fals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027c9b9d-4e45-4e21-aa3d-6bc7843a22de" elementFormDefault="qualified">
    <xsd:import namespace="http://schemas.microsoft.com/office/2006/documentManagement/types"/>
    <xsd:import namespace="http://schemas.microsoft.com/office/infopath/2007/PartnerControls"/>
    <xsd:element name="_dlc_DocId" ma:index="40" nillable="true" ma:displayName="Document ID Value" ma:description="The value of the document ID assigned to this item." ma:indexed="true" ma:internalName="_dlc_DocId" ma:readOnly="true">
      <xsd:simpleType>
        <xsd:restriction base="dms:Text"/>
      </xsd:simpleType>
    </xsd:element>
    <xsd:element name="_dlc_DocIdUrl" ma:index="4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42"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bcd196a-b207-4e1b-a311-fb8831a33bc8" elementFormDefault="qualified">
    <xsd:import namespace="http://schemas.microsoft.com/office/2006/documentManagement/types"/>
    <xsd:import namespace="http://schemas.microsoft.com/office/infopath/2007/PartnerControls"/>
    <xsd:element name="MediaServiceMetadata" ma:index="45" nillable="true" ma:displayName="MediaServiceMetadata" ma:hidden="true" ma:internalName="MediaServiceMetadata" ma:readOnly="true">
      <xsd:simpleType>
        <xsd:restriction base="dms:Note"/>
      </xsd:simpleType>
    </xsd:element>
    <xsd:element name="MediaServiceFastMetadata" ma:index="46" nillable="true" ma:displayName="MediaServiceFastMetadata" ma:hidden="true" ma:internalName="MediaServiceFastMetadata" ma:readOnly="true">
      <xsd:simpleType>
        <xsd:restriction base="dms:Note"/>
      </xsd:simpleType>
    </xsd:element>
    <xsd:element name="MediaServiceSearchProperties" ma:index="47" nillable="true" ma:displayName="MediaServiceSearchProperties" ma:hidden="true" ma:internalName="MediaServiceSearchProperties" ma:readOnly="true">
      <xsd:simpleType>
        <xsd:restriction base="dms:Note"/>
      </xsd:simpleType>
    </xsd:element>
    <xsd:element name="MediaServiceBillingMetadata" ma:index="48" nillable="true" ma:displayName="MediaServiceBillingMetadata" ma:hidden="true" ma:internalName="MediaServiceBillingMetadata" ma:readOnly="true">
      <xsd:simpleType>
        <xsd:restriction base="dms:Note"/>
      </xsd:simpleType>
    </xsd:element>
    <xsd:element name="MediaServiceDateTaken" ma:index="49" nillable="true" ma:displayName="MediaServiceDateTaken" ma:description="" ma:hidden="true" ma:indexed="true" ma:internalName="MediaServiceDateTaken" ma:readOnly="true">
      <xsd:simpleType>
        <xsd:restriction base="dms:Text"/>
      </xsd:simpleType>
    </xsd:element>
    <xsd:element name="MediaServiceGenerationTime" ma:index="50" nillable="true" ma:displayName="MediaServiceGenerationTime" ma:hidden="true" ma:internalName="MediaServiceGenerationTime" ma:readOnly="true">
      <xsd:simpleType>
        <xsd:restriction base="dms:Text"/>
      </xsd:simpleType>
    </xsd:element>
    <xsd:element name="MediaServiceEventHashCode" ma:index="51" nillable="true" ma:displayName="MediaServiceEventHashCode" ma:hidden="true" ma:internalName="MediaServiceEventHashCode" ma:readOnly="true">
      <xsd:simpleType>
        <xsd:restriction base="dms:Text"/>
      </xsd:simpleType>
    </xsd:element>
    <xsd:element name="MediaLengthInSeconds" ma:index="5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3"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A60A1C-F5D9-4220-A8BD-9842A6D8E037}">
  <ds:schemaRefs>
    <ds:schemaRef ds:uri="http://schemas.microsoft.com/sharepoint/events"/>
  </ds:schemaRefs>
</ds:datastoreItem>
</file>

<file path=customXml/itemProps2.xml><?xml version="1.0" encoding="utf-8"?>
<ds:datastoreItem xmlns:ds="http://schemas.openxmlformats.org/officeDocument/2006/customXml" ds:itemID="{20396AE8-43CA-4E3A-9144-519926C24DF3}">
  <ds:schemaRefs>
    <ds:schemaRef ds:uri="http://purl.org/dc/dcmitype/"/>
    <ds:schemaRef ds:uri="http://schemas.microsoft.com/office/infopath/2007/PartnerControls"/>
    <ds:schemaRef ds:uri="http://purl.org/dc/elements/1.1/"/>
    <ds:schemaRef ds:uri="http://schemas.microsoft.com/office/2006/documentManagement/types"/>
    <ds:schemaRef ds:uri="027c9b9d-4e45-4e21-aa3d-6bc7843a22de"/>
    <ds:schemaRef ds:uri="http://purl.org/dc/terms/"/>
    <ds:schemaRef ds:uri="http://schemas.openxmlformats.org/package/2006/metadata/core-properties"/>
    <ds:schemaRef ds:uri="100de3f4-da7f-4f5e-ad54-e0fe018ef34c"/>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AC72951-9EC4-4732-8728-43D26EA4B77C}">
  <ds:schemaRefs>
    <ds:schemaRef ds:uri="http://schemas.microsoft.com/sharepoint/v3/contenttype/forms"/>
  </ds:schemaRefs>
</ds:datastoreItem>
</file>

<file path=customXml/itemProps4.xml><?xml version="1.0" encoding="utf-8"?>
<ds:datastoreItem xmlns:ds="http://schemas.openxmlformats.org/officeDocument/2006/customXml" ds:itemID="{8655F5F5-B372-4DD9-961C-93A3F7F627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0de3f4-da7f-4f5e-ad54-e0fe018ef34c"/>
    <ds:schemaRef ds:uri="027c9b9d-4e45-4e21-aa3d-6bc7843a22de"/>
    <ds:schemaRef ds:uri="5bcd196a-b207-4e1b-a311-fb8831a33bc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2592a10-8bc2-45ea-880e-f62ba16d46ed}" enabled="0" method="" siteId="{92592a10-8bc2-45ea-880e-f62ba16d46ed}" removed="1"/>
</clbl:labelList>
</file>

<file path=docProps/app.xml><?xml version="1.0" encoding="utf-8"?>
<Properties xmlns="http://schemas.openxmlformats.org/officeDocument/2006/extended-properties" xmlns:vt="http://schemas.openxmlformats.org/officeDocument/2006/docPropsVTypes">
  <Template>03_PPTtemplate_16×9_photo_e</Template>
  <TotalTime>746</TotalTime>
  <Words>2188</Words>
  <Application>Microsoft Office PowerPoint</Application>
  <PresentationFormat>On-screen Show (16:9)</PresentationFormat>
  <Paragraphs>205</Paragraphs>
  <Slides>20</Slides>
  <Notes>2</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20</vt:i4>
      </vt:variant>
    </vt:vector>
  </HeadingPairs>
  <TitlesOfParts>
    <vt:vector size="27" baseType="lpstr">
      <vt:lpstr>メイリオ</vt:lpstr>
      <vt:lpstr>游ゴシック</vt:lpstr>
      <vt:lpstr>Arial</vt:lpstr>
      <vt:lpstr>Lato</vt:lpstr>
      <vt:lpstr>テンプレート</vt:lpstr>
      <vt:lpstr>1_テンプレート</vt:lpstr>
      <vt:lpstr>2_テンプレート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Uehara Angelica</dc:creator>
  <cp:lastModifiedBy>Arah Mae Herrero</cp:lastModifiedBy>
  <cp:revision>2</cp:revision>
  <cp:lastPrinted>2026-03-06T08:52:54Z</cp:lastPrinted>
  <dcterms:created xsi:type="dcterms:W3CDTF">2025-01-21T06:37:02Z</dcterms:created>
  <dcterms:modified xsi:type="dcterms:W3CDTF">2026-04-15T07:24:15Z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0x010100EDD0ECE172EDB142B5548E7F6B1A64E700532BA6295E48F444850C8F7CC8862B29</vt:lpwstr>
  </property>
  <property fmtid="{D5CDD505-2E9C-101B-9397-08002B2CF9AE}" pid="3" name="_dlc_DocIdItemGuid">
    <vt:lpwstr>82328bb2-2043-4b11-a051-d7e83beeb177</vt:lpwstr>
  </property>
</Properties>
</file>